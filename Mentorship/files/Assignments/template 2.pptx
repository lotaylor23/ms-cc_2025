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70" r:id="rId5"/>
  </p:sldIdLst>
  <p:sldSz cx="43891200" cy="32918400"/>
  <p:notesSz cx="12039600" cy="7010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9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336865" indent="93574" algn="l" rtl="0" eaLnBrk="0" fontAlgn="base" hangingPunct="0">
      <a:spcBef>
        <a:spcPct val="0"/>
      </a:spcBef>
      <a:spcAft>
        <a:spcPct val="0"/>
      </a:spcAft>
      <a:defRPr sz="19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676070" indent="187147" algn="l" rtl="0" eaLnBrk="0" fontAlgn="base" hangingPunct="0">
      <a:spcBef>
        <a:spcPct val="0"/>
      </a:spcBef>
      <a:spcAft>
        <a:spcPct val="0"/>
      </a:spcAft>
      <a:defRPr sz="19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015274" indent="280721" algn="l" rtl="0" eaLnBrk="0" fontAlgn="base" hangingPunct="0">
      <a:spcBef>
        <a:spcPct val="0"/>
      </a:spcBef>
      <a:spcAft>
        <a:spcPct val="0"/>
      </a:spcAft>
      <a:defRPr sz="19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354479" indent="376634" algn="l" rtl="0" eaLnBrk="0" fontAlgn="base" hangingPunct="0">
      <a:spcBef>
        <a:spcPct val="0"/>
      </a:spcBef>
      <a:spcAft>
        <a:spcPct val="0"/>
      </a:spcAft>
      <a:defRPr sz="19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3368650" algn="l" defTabSz="1347460" rtl="0" eaLnBrk="1" latinLnBrk="0" hangingPunct="1">
      <a:defRPr sz="19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4042380" algn="l" defTabSz="1347460" rtl="0" eaLnBrk="1" latinLnBrk="0" hangingPunct="1">
      <a:defRPr sz="19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4716109" algn="l" defTabSz="1347460" rtl="0" eaLnBrk="1" latinLnBrk="0" hangingPunct="1">
      <a:defRPr sz="19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5389839" algn="l" defTabSz="1347460" rtl="0" eaLnBrk="1" latinLnBrk="0" hangingPunct="1">
      <a:defRPr sz="19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350" userDrawn="1">
          <p15:clr>
            <a:srgbClr val="A4A3A4"/>
          </p15:clr>
        </p15:guide>
        <p15:guide id="2" orient="horz" pos="10466" userDrawn="1">
          <p15:clr>
            <a:srgbClr val="A4A3A4"/>
          </p15:clr>
        </p15:guide>
        <p15:guide id="3" orient="horz" pos="478" userDrawn="1">
          <p15:clr>
            <a:srgbClr val="A4A3A4"/>
          </p15:clr>
        </p15:guide>
        <p15:guide id="4" pos="699" userDrawn="1">
          <p15:clr>
            <a:srgbClr val="A4A3A4"/>
          </p15:clr>
        </p15:guide>
        <p15:guide id="5" userDrawn="1">
          <p15:clr>
            <a:srgbClr val="A4A3A4"/>
          </p15:clr>
        </p15:guide>
        <p15:guide id="6" pos="13865" userDrawn="1">
          <p15:clr>
            <a:srgbClr val="A4A3A4"/>
          </p15:clr>
        </p15:guide>
        <p15:guide id="7" pos="27648" userDrawn="1">
          <p15:clr>
            <a:srgbClr val="A4A3A4"/>
          </p15:clr>
        </p15:guide>
        <p15:guide id="8" pos="2707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08">
          <p15:clr>
            <a:srgbClr val="A4A3A4"/>
          </p15:clr>
        </p15:guide>
        <p15:guide id="2" pos="379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B1142"/>
    <a:srgbClr val="FFFFFF"/>
    <a:srgbClr val="700000"/>
    <a:srgbClr val="820000"/>
    <a:srgbClr val="CCECFF"/>
    <a:srgbClr val="FF8181"/>
    <a:srgbClr val="BC0000"/>
    <a:srgbClr val="115794"/>
    <a:srgbClr val="0033CC"/>
    <a:srgbClr val="1856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1F2FFE-6F4E-8194-4F8E-F2A583E6D01D}" v="55" dt="2025-05-27T21:13:35.253"/>
    <p1510:client id="{C04156EE-1174-74E5-617B-0042BAB6D855}" v="2" dt="2025-05-27T15:47:17.084"/>
    <p1510:client id="{D3252CF8-F6B0-D7F5-377A-14DB94D5878E}" v="855" dt="2025-05-27T18:49:39.644"/>
    <p1510:client id="{D929BC40-8D15-6948-1721-AC5F0E8A1FA1}" v="963" dt="2025-05-26T20:54:30.222"/>
    <p1510:client id="{DCA3A202-B3FB-6DBE-8F3C-354293B78DFB}" v="21" dt="2025-05-27T21:54:31.374"/>
    <p1510:client id="{EF27B355-ABB4-8046-4CBC-2C4726EDBE2B}" v="386" dt="2025-05-27T21:51:55.58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3" d="100"/>
          <a:sy n="23" d="100"/>
        </p:scale>
        <p:origin x="1626" y="66"/>
      </p:cViewPr>
      <p:guideLst>
        <p:guide orient="horz" pos="20350"/>
        <p:guide orient="horz" pos="10466"/>
        <p:guide orient="horz" pos="478"/>
        <p:guide pos="699"/>
        <p:guide/>
        <p:guide pos="13865"/>
        <p:guide pos="27648"/>
        <p:guide pos="2707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208"/>
        <p:guide pos="379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5200094" cy="3687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5019" tIns="52510" rIns="105019" bIns="52510" numCol="1" anchor="t" anchorCtr="0" compatLnSpc="1">
            <a:prstTxWarp prst="textNoShape">
              <a:avLst/>
            </a:prstTxWarp>
          </a:bodyPr>
          <a:lstStyle>
            <a:lvl1pPr defTabSz="1051650">
              <a:defRPr sz="14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6760639" y="0"/>
            <a:ext cx="5326799" cy="3687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5019" tIns="52510" rIns="105019" bIns="52510" numCol="1" anchor="t" anchorCtr="0" compatLnSpc="1">
            <a:prstTxWarp prst="textNoShape">
              <a:avLst/>
            </a:prstTxWarp>
          </a:bodyPr>
          <a:lstStyle>
            <a:lvl1pPr algn="r" defTabSz="1051650">
              <a:defRPr sz="14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659641"/>
            <a:ext cx="5200094" cy="366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5019" tIns="52510" rIns="105019" bIns="52510" numCol="1" anchor="b" anchorCtr="0" compatLnSpc="1">
            <a:prstTxWarp prst="textNoShape">
              <a:avLst/>
            </a:prstTxWarp>
          </a:bodyPr>
          <a:lstStyle>
            <a:lvl1pPr defTabSz="1051650">
              <a:defRPr sz="14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6760639" y="6659641"/>
            <a:ext cx="5326799" cy="366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5019" tIns="52510" rIns="105019" bIns="52510" numCol="1" anchor="b" anchorCtr="0" compatLnSpc="1">
            <a:prstTxWarp prst="textNoShape">
              <a:avLst/>
            </a:prstTxWarp>
          </a:bodyPr>
          <a:lstStyle>
            <a:lvl1pPr algn="r" defTabSz="1051650">
              <a:defRPr sz="1400"/>
            </a:lvl1pPr>
          </a:lstStyle>
          <a:p>
            <a:pPr>
              <a:defRPr/>
            </a:pPr>
            <a:fld id="{9D45C91A-22C9-4217-9B79-F8ACF32ABE22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67722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5200094" cy="3687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5019" tIns="52510" rIns="105019" bIns="52510" numCol="1" anchor="t" anchorCtr="0" compatLnSpc="1">
            <a:prstTxWarp prst="textNoShape">
              <a:avLst/>
            </a:prstTxWarp>
          </a:bodyPr>
          <a:lstStyle>
            <a:lvl1pPr defTabSz="1051650">
              <a:defRPr sz="14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6760639" y="0"/>
            <a:ext cx="5326799" cy="3687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5019" tIns="52510" rIns="105019" bIns="52510" numCol="1" anchor="t" anchorCtr="0" compatLnSpc="1">
            <a:prstTxWarp prst="textNoShape">
              <a:avLst/>
            </a:prstTxWarp>
          </a:bodyPr>
          <a:lstStyle>
            <a:lvl1pPr algn="r" defTabSz="1051650">
              <a:defRPr sz="14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233863" y="523875"/>
            <a:ext cx="3497262" cy="26225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560546" y="3355560"/>
            <a:ext cx="8835763" cy="3147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5019" tIns="52510" rIns="105019" bIns="525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659641"/>
            <a:ext cx="5200094" cy="366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5019" tIns="52510" rIns="105019" bIns="52510" numCol="1" anchor="b" anchorCtr="0" compatLnSpc="1">
            <a:prstTxWarp prst="textNoShape">
              <a:avLst/>
            </a:prstTxWarp>
          </a:bodyPr>
          <a:lstStyle>
            <a:lvl1pPr defTabSz="1051650">
              <a:defRPr sz="14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760639" y="6659641"/>
            <a:ext cx="5326799" cy="366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5019" tIns="52510" rIns="105019" bIns="52510" numCol="1" anchor="b" anchorCtr="0" compatLnSpc="1">
            <a:prstTxWarp prst="textNoShape">
              <a:avLst/>
            </a:prstTxWarp>
          </a:bodyPr>
          <a:lstStyle>
            <a:lvl1pPr algn="r" defTabSz="1051650">
              <a:defRPr sz="1400"/>
            </a:lvl1pPr>
          </a:lstStyle>
          <a:p>
            <a:pPr>
              <a:defRPr/>
            </a:pPr>
            <a:fld id="{FC06D676-8752-49C8-9FAB-90E6A004A6DB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953579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336865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67607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015274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354479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1694618" algn="l" defTabSz="677846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33540" algn="l" defTabSz="677846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372464" algn="l" defTabSz="677846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11387" algn="l" defTabSz="677846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7C8AC-6562-75E9-3CEE-4209CE468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>
            <a:extLst>
              <a:ext uri="{FF2B5EF4-FFF2-40B4-BE49-F238E27FC236}">
                <a16:creationId xmlns:a16="http://schemas.microsoft.com/office/drawing/2014/main" id="{4E9DF2D0-499F-C0B3-23F1-E418FD9D815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4235450" y="523875"/>
            <a:ext cx="3494088" cy="2622550"/>
          </a:xfrm>
          <a:ln/>
        </p:spPr>
      </p:sp>
      <p:sp>
        <p:nvSpPr>
          <p:cNvPr id="4099" name="Notes Placeholder 2">
            <a:extLst>
              <a:ext uri="{FF2B5EF4-FFF2-40B4-BE49-F238E27FC236}">
                <a16:creationId xmlns:a16="http://schemas.microsoft.com/office/drawing/2014/main" id="{57B091AC-3BCF-03A4-66C3-77447CE85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4100" name="Slide Number Placeholder 3">
            <a:extLst>
              <a:ext uri="{FF2B5EF4-FFF2-40B4-BE49-F238E27FC236}">
                <a16:creationId xmlns:a16="http://schemas.microsoft.com/office/drawing/2014/main" id="{7351D5E2-2B50-C06A-A5C6-6F9846EBC5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1051165"/>
            <a:fld id="{D4EBC6C9-D612-4574-B768-B5B932D90B52}" type="slidenum">
              <a:rPr lang="en-US" smtClean="0"/>
              <a:pPr defTabSz="1051165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273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576" y="10226679"/>
            <a:ext cx="37308062" cy="7054848"/>
          </a:xfrm>
          <a:prstGeom prst="rect">
            <a:avLst/>
          </a:prstGeom>
        </p:spPr>
        <p:txBody>
          <a:bodyPr lIns="134746" tIns="67373" rIns="134746" bIns="67373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142" y="18653133"/>
            <a:ext cx="30724930" cy="8413750"/>
          </a:xfrm>
          <a:prstGeom prst="rect">
            <a:avLst/>
          </a:prstGeom>
        </p:spPr>
        <p:txBody>
          <a:bodyPr lIns="134746" tIns="67373" rIns="134746" bIns="67373"/>
          <a:lstStyle>
            <a:lvl1pPr marL="0" indent="0" algn="ctr">
              <a:buNone/>
              <a:defRPr/>
            </a:lvl1pPr>
            <a:lvl2pPr marL="338844" indent="0" algn="ctr">
              <a:buNone/>
              <a:defRPr/>
            </a:lvl2pPr>
            <a:lvl3pPr marL="677687" indent="0" algn="ctr">
              <a:buNone/>
              <a:defRPr/>
            </a:lvl3pPr>
            <a:lvl4pPr marL="1016531" indent="0" algn="ctr">
              <a:buNone/>
              <a:defRPr/>
            </a:lvl4pPr>
            <a:lvl5pPr marL="1355374" indent="0" algn="ctr">
              <a:buNone/>
              <a:defRPr/>
            </a:lvl5pPr>
            <a:lvl6pPr marL="1694218" indent="0" algn="ctr">
              <a:buNone/>
              <a:defRPr/>
            </a:lvl6pPr>
            <a:lvl7pPr marL="2033062" indent="0" algn="ctr">
              <a:buNone/>
              <a:defRPr/>
            </a:lvl7pPr>
            <a:lvl8pPr marL="2371905" indent="0" algn="ctr">
              <a:buNone/>
              <a:defRPr/>
            </a:lvl8pPr>
            <a:lvl9pPr marL="2710749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291415" y="29991050"/>
            <a:ext cx="9144000" cy="2197101"/>
          </a:xfrm>
          <a:prstGeom prst="rect">
            <a:avLst/>
          </a:prstGeom>
          <a:ln/>
        </p:spPr>
        <p:txBody>
          <a:bodyPr lIns="134746" tIns="67373" rIns="134746" bIns="67373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4996588" y="29991050"/>
            <a:ext cx="13900149" cy="2197101"/>
          </a:xfrm>
          <a:prstGeom prst="rect">
            <a:avLst/>
          </a:prstGeom>
          <a:ln/>
        </p:spPr>
        <p:txBody>
          <a:bodyPr lIns="134746" tIns="67373" rIns="134746" bIns="67373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31455785" y="29991050"/>
            <a:ext cx="9144000" cy="2197101"/>
          </a:xfrm>
          <a:prstGeom prst="rect">
            <a:avLst/>
          </a:prstGeom>
          <a:ln/>
        </p:spPr>
        <p:txBody>
          <a:bodyPr lIns="134746" tIns="67373" rIns="134746" bIns="67373"/>
          <a:lstStyle>
            <a:lvl1pPr>
              <a:defRPr/>
            </a:lvl1pPr>
          </a:lstStyle>
          <a:p>
            <a:pPr>
              <a:defRPr/>
            </a:pPr>
            <a:fld id="{10C4D472-2291-493F-A0F3-E4A349B29C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1422" y="2927350"/>
            <a:ext cx="37308370" cy="5486400"/>
          </a:xfrm>
          <a:prstGeom prst="rect">
            <a:avLst/>
          </a:prstGeom>
        </p:spPr>
        <p:txBody>
          <a:bodyPr lIns="134746" tIns="67373" rIns="134746" bIns="67373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91422" y="9509132"/>
            <a:ext cx="37308370" cy="19751673"/>
          </a:xfrm>
          <a:prstGeom prst="rect">
            <a:avLst/>
          </a:prstGeom>
        </p:spPr>
        <p:txBody>
          <a:bodyPr lIns="134746" tIns="67373" rIns="134746" bIns="67373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291415" y="29991050"/>
            <a:ext cx="9144000" cy="2197101"/>
          </a:xfrm>
          <a:prstGeom prst="rect">
            <a:avLst/>
          </a:prstGeom>
          <a:ln/>
        </p:spPr>
        <p:txBody>
          <a:bodyPr lIns="134746" tIns="67373" rIns="134746" bIns="67373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4996588" y="29991050"/>
            <a:ext cx="13900149" cy="2197101"/>
          </a:xfrm>
          <a:prstGeom prst="rect">
            <a:avLst/>
          </a:prstGeom>
          <a:ln/>
        </p:spPr>
        <p:txBody>
          <a:bodyPr lIns="134746" tIns="67373" rIns="134746" bIns="67373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31455785" y="29991050"/>
            <a:ext cx="9144000" cy="2197101"/>
          </a:xfrm>
          <a:prstGeom prst="rect">
            <a:avLst/>
          </a:prstGeom>
          <a:ln/>
        </p:spPr>
        <p:txBody>
          <a:bodyPr lIns="134746" tIns="67373" rIns="134746" bIns="67373"/>
          <a:lstStyle>
            <a:lvl1pPr>
              <a:defRPr/>
            </a:lvl1pPr>
          </a:lstStyle>
          <a:p>
            <a:pPr>
              <a:defRPr/>
            </a:pPr>
            <a:fld id="{5A3B9C71-B29C-4F81-BF88-DBC4BFAB5E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5" y="21153446"/>
            <a:ext cx="37308062" cy="6537327"/>
          </a:xfrm>
          <a:prstGeom prst="rect">
            <a:avLst/>
          </a:prstGeom>
        </p:spPr>
        <p:txBody>
          <a:bodyPr lIns="134746" tIns="67373" rIns="134746" bIns="67373" anchor="t"/>
          <a:lstStyle>
            <a:lvl1pPr algn="l">
              <a:defRPr sz="2901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5" y="13952543"/>
            <a:ext cx="37308062" cy="7200900"/>
          </a:xfrm>
          <a:prstGeom prst="rect">
            <a:avLst/>
          </a:prstGeom>
        </p:spPr>
        <p:txBody>
          <a:bodyPr lIns="134746" tIns="67373" rIns="134746" bIns="67373" anchor="b"/>
          <a:lstStyle>
            <a:lvl1pPr marL="0" indent="0">
              <a:buNone/>
              <a:defRPr sz="1502"/>
            </a:lvl1pPr>
            <a:lvl2pPr marL="338844" indent="0">
              <a:buNone/>
              <a:defRPr sz="1303"/>
            </a:lvl2pPr>
            <a:lvl3pPr marL="677687" indent="0">
              <a:buNone/>
              <a:defRPr sz="1200"/>
            </a:lvl3pPr>
            <a:lvl4pPr marL="1016531" indent="0">
              <a:buNone/>
              <a:defRPr sz="1001"/>
            </a:lvl4pPr>
            <a:lvl5pPr marL="1355374" indent="0">
              <a:buNone/>
              <a:defRPr sz="1001"/>
            </a:lvl5pPr>
            <a:lvl6pPr marL="1694218" indent="0">
              <a:buNone/>
              <a:defRPr sz="1001"/>
            </a:lvl6pPr>
            <a:lvl7pPr marL="2033062" indent="0">
              <a:buNone/>
              <a:defRPr sz="1001"/>
            </a:lvl7pPr>
            <a:lvl8pPr marL="2371905" indent="0">
              <a:buNone/>
              <a:defRPr sz="1001"/>
            </a:lvl8pPr>
            <a:lvl9pPr marL="2710749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291415" y="29991050"/>
            <a:ext cx="9144000" cy="2197101"/>
          </a:xfrm>
          <a:prstGeom prst="rect">
            <a:avLst/>
          </a:prstGeom>
          <a:ln/>
        </p:spPr>
        <p:txBody>
          <a:bodyPr lIns="134746" tIns="67373" rIns="134746" bIns="67373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4996588" y="29991050"/>
            <a:ext cx="13900149" cy="2197101"/>
          </a:xfrm>
          <a:prstGeom prst="rect">
            <a:avLst/>
          </a:prstGeom>
          <a:ln/>
        </p:spPr>
        <p:txBody>
          <a:bodyPr lIns="134746" tIns="67373" rIns="134746" bIns="67373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31455785" y="29991050"/>
            <a:ext cx="9144000" cy="2197101"/>
          </a:xfrm>
          <a:prstGeom prst="rect">
            <a:avLst/>
          </a:prstGeom>
          <a:ln/>
        </p:spPr>
        <p:txBody>
          <a:bodyPr lIns="134746" tIns="67373" rIns="134746" bIns="67373"/>
          <a:lstStyle>
            <a:lvl1pPr>
              <a:defRPr/>
            </a:lvl1pPr>
          </a:lstStyle>
          <a:p>
            <a:pPr>
              <a:defRPr/>
            </a:pPr>
            <a:fld id="{2E0738E3-046E-4E8D-ADFC-98F99CCB3F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1422" y="2927350"/>
            <a:ext cx="37308370" cy="5486400"/>
          </a:xfrm>
          <a:prstGeom prst="rect">
            <a:avLst/>
          </a:prstGeom>
        </p:spPr>
        <p:txBody>
          <a:bodyPr lIns="134746" tIns="67373" rIns="134746" bIns="67373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92931" y="9509128"/>
            <a:ext cx="18587355" cy="19751678"/>
          </a:xfrm>
          <a:prstGeom prst="rect">
            <a:avLst/>
          </a:prstGeom>
        </p:spPr>
        <p:txBody>
          <a:bodyPr lIns="134746" tIns="67373" rIns="134746" bIns="67373"/>
          <a:lstStyle>
            <a:lvl1pPr>
              <a:defRPr sz="2098"/>
            </a:lvl1pPr>
            <a:lvl2pPr>
              <a:defRPr sz="1797"/>
            </a:lvl2pPr>
            <a:lvl3pPr>
              <a:defRPr sz="1502"/>
            </a:lvl3pPr>
            <a:lvl4pPr>
              <a:defRPr sz="1303"/>
            </a:lvl4pPr>
            <a:lvl5pPr>
              <a:defRPr sz="1303"/>
            </a:lvl5pPr>
            <a:lvl6pPr>
              <a:defRPr sz="1303"/>
            </a:lvl6pPr>
            <a:lvl7pPr>
              <a:defRPr sz="1303"/>
            </a:lvl7pPr>
            <a:lvl8pPr>
              <a:defRPr sz="1303"/>
            </a:lvl8pPr>
            <a:lvl9pPr>
              <a:defRPr sz="130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10915" y="9509128"/>
            <a:ext cx="18587355" cy="19751678"/>
          </a:xfrm>
          <a:prstGeom prst="rect">
            <a:avLst/>
          </a:prstGeom>
        </p:spPr>
        <p:txBody>
          <a:bodyPr lIns="134746" tIns="67373" rIns="134746" bIns="67373"/>
          <a:lstStyle>
            <a:lvl1pPr>
              <a:defRPr sz="2098"/>
            </a:lvl1pPr>
            <a:lvl2pPr>
              <a:defRPr sz="1797"/>
            </a:lvl2pPr>
            <a:lvl3pPr>
              <a:defRPr sz="1502"/>
            </a:lvl3pPr>
            <a:lvl4pPr>
              <a:defRPr sz="1303"/>
            </a:lvl4pPr>
            <a:lvl5pPr>
              <a:defRPr sz="1303"/>
            </a:lvl5pPr>
            <a:lvl6pPr>
              <a:defRPr sz="1303"/>
            </a:lvl6pPr>
            <a:lvl7pPr>
              <a:defRPr sz="1303"/>
            </a:lvl7pPr>
            <a:lvl8pPr>
              <a:defRPr sz="1303"/>
            </a:lvl8pPr>
            <a:lvl9pPr>
              <a:defRPr sz="130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3291415" y="29991050"/>
            <a:ext cx="9144000" cy="2197101"/>
          </a:xfrm>
          <a:prstGeom prst="rect">
            <a:avLst/>
          </a:prstGeom>
          <a:ln/>
        </p:spPr>
        <p:txBody>
          <a:bodyPr lIns="134746" tIns="67373" rIns="134746" bIns="67373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4996588" y="29991050"/>
            <a:ext cx="13900149" cy="2197101"/>
          </a:xfrm>
          <a:prstGeom prst="rect">
            <a:avLst/>
          </a:prstGeom>
          <a:ln/>
        </p:spPr>
        <p:txBody>
          <a:bodyPr lIns="134746" tIns="67373" rIns="134746" bIns="67373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31455785" y="29991050"/>
            <a:ext cx="9144000" cy="2197101"/>
          </a:xfrm>
          <a:prstGeom prst="rect">
            <a:avLst/>
          </a:prstGeom>
          <a:ln/>
        </p:spPr>
        <p:txBody>
          <a:bodyPr lIns="134746" tIns="67373" rIns="134746" bIns="67373"/>
          <a:lstStyle>
            <a:lvl1pPr>
              <a:defRPr/>
            </a:lvl1pPr>
          </a:lstStyle>
          <a:p>
            <a:pPr>
              <a:defRPr/>
            </a:pPr>
            <a:fld id="{C3EB8406-0DF3-4E92-AFDF-A997B1A17B3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838" y="1317626"/>
            <a:ext cx="39501538" cy="5486400"/>
          </a:xfrm>
          <a:prstGeom prst="rect">
            <a:avLst/>
          </a:prstGeom>
        </p:spPr>
        <p:txBody>
          <a:bodyPr lIns="134746" tIns="67373" rIns="134746" bIns="67373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845" y="7369179"/>
            <a:ext cx="19392898" cy="3070224"/>
          </a:xfrm>
          <a:prstGeom prst="rect">
            <a:avLst/>
          </a:prstGeom>
        </p:spPr>
        <p:txBody>
          <a:bodyPr lIns="134746" tIns="67373" rIns="134746" bIns="67373" anchor="b"/>
          <a:lstStyle>
            <a:lvl1pPr marL="0" indent="0">
              <a:buNone/>
              <a:defRPr sz="1797" b="1"/>
            </a:lvl1pPr>
            <a:lvl2pPr marL="338844" indent="0">
              <a:buNone/>
              <a:defRPr sz="1502" b="1"/>
            </a:lvl2pPr>
            <a:lvl3pPr marL="677687" indent="0">
              <a:buNone/>
              <a:defRPr sz="1303" b="1"/>
            </a:lvl3pPr>
            <a:lvl4pPr marL="1016531" indent="0">
              <a:buNone/>
              <a:defRPr sz="1200" b="1"/>
            </a:lvl4pPr>
            <a:lvl5pPr marL="1355374" indent="0">
              <a:buNone/>
              <a:defRPr sz="1200" b="1"/>
            </a:lvl5pPr>
            <a:lvl6pPr marL="1694218" indent="0">
              <a:buNone/>
              <a:defRPr sz="1200" b="1"/>
            </a:lvl6pPr>
            <a:lvl7pPr marL="2033062" indent="0">
              <a:buNone/>
              <a:defRPr sz="1200" b="1"/>
            </a:lvl7pPr>
            <a:lvl8pPr marL="2371905" indent="0">
              <a:buNone/>
              <a:defRPr sz="1200" b="1"/>
            </a:lvl8pPr>
            <a:lvl9pPr marL="2710749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4845" y="10439408"/>
            <a:ext cx="19392898" cy="18965865"/>
          </a:xfrm>
          <a:prstGeom prst="rect">
            <a:avLst/>
          </a:prstGeom>
        </p:spPr>
        <p:txBody>
          <a:bodyPr lIns="134746" tIns="67373" rIns="134746" bIns="67373"/>
          <a:lstStyle>
            <a:lvl1pPr>
              <a:defRPr sz="1797"/>
            </a:lvl1pPr>
            <a:lvl2pPr>
              <a:defRPr sz="1502"/>
            </a:lvl2pPr>
            <a:lvl3pPr>
              <a:defRPr sz="130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6665" y="7369179"/>
            <a:ext cx="19399707" cy="3070224"/>
          </a:xfrm>
          <a:prstGeom prst="rect">
            <a:avLst/>
          </a:prstGeom>
        </p:spPr>
        <p:txBody>
          <a:bodyPr lIns="134746" tIns="67373" rIns="134746" bIns="67373" anchor="b"/>
          <a:lstStyle>
            <a:lvl1pPr marL="0" indent="0">
              <a:buNone/>
              <a:defRPr sz="1797" b="1"/>
            </a:lvl1pPr>
            <a:lvl2pPr marL="338844" indent="0">
              <a:buNone/>
              <a:defRPr sz="1502" b="1"/>
            </a:lvl2pPr>
            <a:lvl3pPr marL="677687" indent="0">
              <a:buNone/>
              <a:defRPr sz="1303" b="1"/>
            </a:lvl3pPr>
            <a:lvl4pPr marL="1016531" indent="0">
              <a:buNone/>
              <a:defRPr sz="1200" b="1"/>
            </a:lvl4pPr>
            <a:lvl5pPr marL="1355374" indent="0">
              <a:buNone/>
              <a:defRPr sz="1200" b="1"/>
            </a:lvl5pPr>
            <a:lvl6pPr marL="1694218" indent="0">
              <a:buNone/>
              <a:defRPr sz="1200" b="1"/>
            </a:lvl6pPr>
            <a:lvl7pPr marL="2033062" indent="0">
              <a:buNone/>
              <a:defRPr sz="1200" b="1"/>
            </a:lvl7pPr>
            <a:lvl8pPr marL="2371905" indent="0">
              <a:buNone/>
              <a:defRPr sz="1200" b="1"/>
            </a:lvl8pPr>
            <a:lvl9pPr marL="2710749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6665" y="10439408"/>
            <a:ext cx="19399707" cy="18965865"/>
          </a:xfrm>
          <a:prstGeom prst="rect">
            <a:avLst/>
          </a:prstGeom>
        </p:spPr>
        <p:txBody>
          <a:bodyPr lIns="134746" tIns="67373" rIns="134746" bIns="67373"/>
          <a:lstStyle>
            <a:lvl1pPr>
              <a:defRPr sz="1797"/>
            </a:lvl1pPr>
            <a:lvl2pPr>
              <a:defRPr sz="1502"/>
            </a:lvl2pPr>
            <a:lvl3pPr>
              <a:defRPr sz="130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291415" y="29991050"/>
            <a:ext cx="9144000" cy="2197101"/>
          </a:xfrm>
          <a:prstGeom prst="rect">
            <a:avLst/>
          </a:prstGeom>
          <a:ln/>
        </p:spPr>
        <p:txBody>
          <a:bodyPr lIns="134746" tIns="67373" rIns="134746" bIns="67373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4996588" y="29991050"/>
            <a:ext cx="13900149" cy="2197101"/>
          </a:xfrm>
          <a:prstGeom prst="rect">
            <a:avLst/>
          </a:prstGeom>
          <a:ln/>
        </p:spPr>
        <p:txBody>
          <a:bodyPr lIns="134746" tIns="67373" rIns="134746" bIns="67373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31455785" y="29991050"/>
            <a:ext cx="9144000" cy="2197101"/>
          </a:xfrm>
          <a:prstGeom prst="rect">
            <a:avLst/>
          </a:prstGeom>
          <a:ln/>
        </p:spPr>
        <p:txBody>
          <a:bodyPr lIns="134746" tIns="67373" rIns="134746" bIns="67373"/>
          <a:lstStyle>
            <a:lvl1pPr>
              <a:defRPr/>
            </a:lvl1pPr>
          </a:lstStyle>
          <a:p>
            <a:pPr>
              <a:defRPr/>
            </a:pPr>
            <a:fld id="{34162124-37A4-4D53-BA1C-3F9E160AAF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1422" y="2927350"/>
            <a:ext cx="37308370" cy="5486400"/>
          </a:xfrm>
          <a:prstGeom prst="rect">
            <a:avLst/>
          </a:prstGeom>
        </p:spPr>
        <p:txBody>
          <a:bodyPr lIns="134746" tIns="67373" rIns="134746" bIns="67373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291415" y="29991050"/>
            <a:ext cx="9144000" cy="2197101"/>
          </a:xfrm>
          <a:prstGeom prst="rect">
            <a:avLst/>
          </a:prstGeom>
          <a:ln/>
        </p:spPr>
        <p:txBody>
          <a:bodyPr lIns="134746" tIns="67373" rIns="134746" bIns="67373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4996588" y="29991050"/>
            <a:ext cx="13900149" cy="2197101"/>
          </a:xfrm>
          <a:prstGeom prst="rect">
            <a:avLst/>
          </a:prstGeom>
          <a:ln/>
        </p:spPr>
        <p:txBody>
          <a:bodyPr lIns="134746" tIns="67373" rIns="134746" bIns="67373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31455785" y="29991050"/>
            <a:ext cx="9144000" cy="2197101"/>
          </a:xfrm>
          <a:prstGeom prst="rect">
            <a:avLst/>
          </a:prstGeom>
          <a:ln/>
        </p:spPr>
        <p:txBody>
          <a:bodyPr lIns="134746" tIns="67373" rIns="134746" bIns="67373"/>
          <a:lstStyle>
            <a:lvl1pPr>
              <a:defRPr/>
            </a:lvl1pPr>
          </a:lstStyle>
          <a:p>
            <a:pPr>
              <a:defRPr/>
            </a:pPr>
            <a:fld id="{031DC3CC-686C-4016-884D-410E5BD717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838" y="1311278"/>
            <a:ext cx="14439902" cy="5576889"/>
          </a:xfrm>
          <a:prstGeom prst="rect">
            <a:avLst/>
          </a:prstGeom>
        </p:spPr>
        <p:txBody>
          <a:bodyPr lIns="134746" tIns="67373" rIns="134746" bIns="67373" anchor="b"/>
          <a:lstStyle>
            <a:lvl1pPr algn="l">
              <a:defRPr sz="1502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59969" y="1311280"/>
            <a:ext cx="24536400" cy="28093989"/>
          </a:xfrm>
          <a:prstGeom prst="rect">
            <a:avLst/>
          </a:prstGeom>
        </p:spPr>
        <p:txBody>
          <a:bodyPr lIns="134746" tIns="67373" rIns="134746" bIns="67373"/>
          <a:lstStyle>
            <a:lvl1pPr>
              <a:defRPr sz="2400"/>
            </a:lvl1pPr>
            <a:lvl2pPr>
              <a:defRPr sz="2098"/>
            </a:lvl2pPr>
            <a:lvl3pPr>
              <a:defRPr sz="1797"/>
            </a:lvl3pPr>
            <a:lvl4pPr>
              <a:defRPr sz="1502"/>
            </a:lvl4pPr>
            <a:lvl5pPr>
              <a:defRPr sz="1502"/>
            </a:lvl5pPr>
            <a:lvl6pPr>
              <a:defRPr sz="1502"/>
            </a:lvl6pPr>
            <a:lvl7pPr>
              <a:defRPr sz="1502"/>
            </a:lvl7pPr>
            <a:lvl8pPr>
              <a:defRPr sz="1502"/>
            </a:lvl8pPr>
            <a:lvl9pPr>
              <a:defRPr sz="150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4838" y="6888165"/>
            <a:ext cx="14439902" cy="22517100"/>
          </a:xfrm>
          <a:prstGeom prst="rect">
            <a:avLst/>
          </a:prstGeom>
        </p:spPr>
        <p:txBody>
          <a:bodyPr lIns="134746" tIns="67373" rIns="134746" bIns="67373"/>
          <a:lstStyle>
            <a:lvl1pPr marL="0" indent="0">
              <a:buNone/>
              <a:defRPr sz="1001"/>
            </a:lvl1pPr>
            <a:lvl2pPr marL="338844" indent="0">
              <a:buNone/>
              <a:defRPr sz="898"/>
            </a:lvl2pPr>
            <a:lvl3pPr marL="677687" indent="0">
              <a:buNone/>
              <a:defRPr sz="699"/>
            </a:lvl3pPr>
            <a:lvl4pPr marL="1016531" indent="0">
              <a:buNone/>
              <a:defRPr sz="686"/>
            </a:lvl4pPr>
            <a:lvl5pPr marL="1355374" indent="0">
              <a:buNone/>
              <a:defRPr sz="686"/>
            </a:lvl5pPr>
            <a:lvl6pPr marL="1694218" indent="0">
              <a:buNone/>
              <a:defRPr sz="686"/>
            </a:lvl6pPr>
            <a:lvl7pPr marL="2033062" indent="0">
              <a:buNone/>
              <a:defRPr sz="686"/>
            </a:lvl7pPr>
            <a:lvl8pPr marL="2371905" indent="0">
              <a:buNone/>
              <a:defRPr sz="686"/>
            </a:lvl8pPr>
            <a:lvl9pPr marL="2710749" indent="0">
              <a:buNone/>
              <a:defRPr sz="68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3291415" y="29991050"/>
            <a:ext cx="9144000" cy="2197101"/>
          </a:xfrm>
          <a:prstGeom prst="rect">
            <a:avLst/>
          </a:prstGeom>
          <a:ln/>
        </p:spPr>
        <p:txBody>
          <a:bodyPr lIns="134746" tIns="67373" rIns="134746" bIns="67373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4996588" y="29991050"/>
            <a:ext cx="13900149" cy="2197101"/>
          </a:xfrm>
          <a:prstGeom prst="rect">
            <a:avLst/>
          </a:prstGeom>
          <a:ln/>
        </p:spPr>
        <p:txBody>
          <a:bodyPr lIns="134746" tIns="67373" rIns="134746" bIns="67373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31455785" y="29991050"/>
            <a:ext cx="9144000" cy="2197101"/>
          </a:xfrm>
          <a:prstGeom prst="rect">
            <a:avLst/>
          </a:prstGeom>
          <a:ln/>
        </p:spPr>
        <p:txBody>
          <a:bodyPr lIns="134746" tIns="67373" rIns="134746" bIns="67373"/>
          <a:lstStyle>
            <a:lvl1pPr>
              <a:defRPr/>
            </a:lvl1pPr>
          </a:lstStyle>
          <a:p>
            <a:pPr>
              <a:defRPr/>
            </a:pPr>
            <a:fld id="{C612A6B2-369A-4614-B3A5-3669064C41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2440" y="23042566"/>
            <a:ext cx="26335262" cy="2720978"/>
          </a:xfrm>
          <a:prstGeom prst="rect">
            <a:avLst/>
          </a:prstGeom>
        </p:spPr>
        <p:txBody>
          <a:bodyPr lIns="134746" tIns="67373" rIns="134746" bIns="67373" anchor="b"/>
          <a:lstStyle>
            <a:lvl1pPr algn="l">
              <a:defRPr sz="1502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2440" y="2941646"/>
            <a:ext cx="26335262" cy="19750089"/>
          </a:xfrm>
          <a:prstGeom prst="rect">
            <a:avLst/>
          </a:prstGeom>
        </p:spPr>
        <p:txBody>
          <a:bodyPr lIns="134746" tIns="67373" rIns="134746" bIns="67373"/>
          <a:lstStyle>
            <a:lvl1pPr marL="0" indent="0">
              <a:buNone/>
              <a:defRPr sz="2400"/>
            </a:lvl1pPr>
            <a:lvl2pPr marL="338844" indent="0">
              <a:buNone/>
              <a:defRPr sz="2098"/>
            </a:lvl2pPr>
            <a:lvl3pPr marL="677687" indent="0">
              <a:buNone/>
              <a:defRPr sz="1797"/>
            </a:lvl3pPr>
            <a:lvl4pPr marL="1016531" indent="0">
              <a:buNone/>
              <a:defRPr sz="1502"/>
            </a:lvl4pPr>
            <a:lvl5pPr marL="1355374" indent="0">
              <a:buNone/>
              <a:defRPr sz="1502"/>
            </a:lvl5pPr>
            <a:lvl6pPr marL="1694218" indent="0">
              <a:buNone/>
              <a:defRPr sz="1502"/>
            </a:lvl6pPr>
            <a:lvl7pPr marL="2033062" indent="0">
              <a:buNone/>
              <a:defRPr sz="1502"/>
            </a:lvl7pPr>
            <a:lvl8pPr marL="2371905" indent="0">
              <a:buNone/>
              <a:defRPr sz="1502"/>
            </a:lvl8pPr>
            <a:lvl9pPr marL="2710749" indent="0">
              <a:buNone/>
              <a:defRPr sz="1502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2440" y="25763540"/>
            <a:ext cx="26335262" cy="3862389"/>
          </a:xfrm>
          <a:prstGeom prst="rect">
            <a:avLst/>
          </a:prstGeom>
        </p:spPr>
        <p:txBody>
          <a:bodyPr lIns="134746" tIns="67373" rIns="134746" bIns="67373"/>
          <a:lstStyle>
            <a:lvl1pPr marL="0" indent="0">
              <a:buNone/>
              <a:defRPr sz="1001"/>
            </a:lvl1pPr>
            <a:lvl2pPr marL="338844" indent="0">
              <a:buNone/>
              <a:defRPr sz="898"/>
            </a:lvl2pPr>
            <a:lvl3pPr marL="677687" indent="0">
              <a:buNone/>
              <a:defRPr sz="699"/>
            </a:lvl3pPr>
            <a:lvl4pPr marL="1016531" indent="0">
              <a:buNone/>
              <a:defRPr sz="686"/>
            </a:lvl4pPr>
            <a:lvl5pPr marL="1355374" indent="0">
              <a:buNone/>
              <a:defRPr sz="686"/>
            </a:lvl5pPr>
            <a:lvl6pPr marL="1694218" indent="0">
              <a:buNone/>
              <a:defRPr sz="686"/>
            </a:lvl6pPr>
            <a:lvl7pPr marL="2033062" indent="0">
              <a:buNone/>
              <a:defRPr sz="686"/>
            </a:lvl7pPr>
            <a:lvl8pPr marL="2371905" indent="0">
              <a:buNone/>
              <a:defRPr sz="686"/>
            </a:lvl8pPr>
            <a:lvl9pPr marL="2710749" indent="0">
              <a:buNone/>
              <a:defRPr sz="68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3291415" y="29991050"/>
            <a:ext cx="9144000" cy="2197101"/>
          </a:xfrm>
          <a:prstGeom prst="rect">
            <a:avLst/>
          </a:prstGeom>
          <a:ln/>
        </p:spPr>
        <p:txBody>
          <a:bodyPr lIns="134746" tIns="67373" rIns="134746" bIns="67373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4996588" y="29991050"/>
            <a:ext cx="13900149" cy="2197101"/>
          </a:xfrm>
          <a:prstGeom prst="rect">
            <a:avLst/>
          </a:prstGeom>
          <a:ln/>
        </p:spPr>
        <p:txBody>
          <a:bodyPr lIns="134746" tIns="67373" rIns="134746" bIns="67373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31455785" y="29991050"/>
            <a:ext cx="9144000" cy="2197101"/>
          </a:xfrm>
          <a:prstGeom prst="rect">
            <a:avLst/>
          </a:prstGeom>
          <a:ln/>
        </p:spPr>
        <p:txBody>
          <a:bodyPr lIns="134746" tIns="67373" rIns="134746" bIns="67373"/>
          <a:lstStyle>
            <a:lvl1pPr>
              <a:defRPr/>
            </a:lvl1pPr>
          </a:lstStyle>
          <a:p>
            <a:pPr>
              <a:defRPr/>
            </a:pPr>
            <a:fld id="{840E7502-E38D-486A-8D9E-ECF7517349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1422" y="2927350"/>
            <a:ext cx="37308370" cy="5486400"/>
          </a:xfrm>
          <a:prstGeom prst="rect">
            <a:avLst/>
          </a:prstGeom>
        </p:spPr>
        <p:txBody>
          <a:bodyPr lIns="134746" tIns="67373" rIns="134746" bIns="67373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91422" y="9509132"/>
            <a:ext cx="37308370" cy="19751673"/>
          </a:xfrm>
          <a:prstGeom prst="rect">
            <a:avLst/>
          </a:prstGeom>
        </p:spPr>
        <p:txBody>
          <a:bodyPr vert="eaVert" lIns="134746" tIns="67373" rIns="134746" bIns="67373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291415" y="29991050"/>
            <a:ext cx="9144000" cy="2197101"/>
          </a:xfrm>
          <a:prstGeom prst="rect">
            <a:avLst/>
          </a:prstGeom>
          <a:ln/>
        </p:spPr>
        <p:txBody>
          <a:bodyPr lIns="134746" tIns="67373" rIns="134746" bIns="67373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4996588" y="29991050"/>
            <a:ext cx="13900149" cy="2197101"/>
          </a:xfrm>
          <a:prstGeom prst="rect">
            <a:avLst/>
          </a:prstGeom>
          <a:ln/>
        </p:spPr>
        <p:txBody>
          <a:bodyPr lIns="134746" tIns="67373" rIns="134746" bIns="67373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31455785" y="29991050"/>
            <a:ext cx="9144000" cy="2197101"/>
          </a:xfrm>
          <a:prstGeom prst="rect">
            <a:avLst/>
          </a:prstGeom>
          <a:ln/>
        </p:spPr>
        <p:txBody>
          <a:bodyPr lIns="134746" tIns="67373" rIns="134746" bIns="67373"/>
          <a:lstStyle>
            <a:lvl1pPr>
              <a:defRPr/>
            </a:lvl1pPr>
          </a:lstStyle>
          <a:p>
            <a:pPr>
              <a:defRPr/>
            </a:pPr>
            <a:fld id="{88030581-1F4C-4C45-8BD1-E725ABA48F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271942" y="2925769"/>
            <a:ext cx="9326338" cy="26335039"/>
          </a:xfrm>
          <a:prstGeom prst="rect">
            <a:avLst/>
          </a:prstGeom>
        </p:spPr>
        <p:txBody>
          <a:bodyPr vert="eaVert" lIns="134746" tIns="67373" rIns="134746" bIns="67373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92931" y="2925769"/>
            <a:ext cx="27848379" cy="26335039"/>
          </a:xfrm>
          <a:prstGeom prst="rect">
            <a:avLst/>
          </a:prstGeom>
        </p:spPr>
        <p:txBody>
          <a:bodyPr vert="eaVert" lIns="134746" tIns="67373" rIns="134746" bIns="67373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291415" y="29991050"/>
            <a:ext cx="9144000" cy="2197101"/>
          </a:xfrm>
          <a:prstGeom prst="rect">
            <a:avLst/>
          </a:prstGeom>
          <a:ln/>
        </p:spPr>
        <p:txBody>
          <a:bodyPr lIns="134746" tIns="67373" rIns="134746" bIns="67373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4996588" y="29991050"/>
            <a:ext cx="13900149" cy="2197101"/>
          </a:xfrm>
          <a:prstGeom prst="rect">
            <a:avLst/>
          </a:prstGeom>
          <a:ln/>
        </p:spPr>
        <p:txBody>
          <a:bodyPr lIns="134746" tIns="67373" rIns="134746" bIns="67373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31455785" y="29991050"/>
            <a:ext cx="9144000" cy="2197101"/>
          </a:xfrm>
          <a:prstGeom prst="rect">
            <a:avLst/>
          </a:prstGeom>
          <a:ln/>
        </p:spPr>
        <p:txBody>
          <a:bodyPr lIns="134746" tIns="67373" rIns="134746" bIns="67373"/>
          <a:lstStyle>
            <a:lvl1pPr>
              <a:defRPr/>
            </a:lvl1pPr>
          </a:lstStyle>
          <a:p>
            <a:pPr>
              <a:defRPr/>
            </a:pPr>
            <a:fld id="{15F255C3-DF09-4679-92FE-027CA82A8D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0070C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7"/>
          <p:cNvSpPr>
            <a:spLocks noChangeArrowheads="1"/>
          </p:cNvSpPr>
          <p:nvPr userDrawn="1"/>
        </p:nvSpPr>
        <p:spPr bwMode="auto">
          <a:xfrm>
            <a:off x="1143000" y="8940802"/>
            <a:ext cx="9829803" cy="2275839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67783" tIns="33888" rIns="67783" bIns="33888" anchor="ctr"/>
          <a:lstStyle/>
          <a:p>
            <a:pPr>
              <a:defRPr/>
            </a:pPr>
            <a:endParaRPr lang="en-US" sz="1899"/>
          </a:p>
        </p:txBody>
      </p:sp>
      <p:sp>
        <p:nvSpPr>
          <p:cNvPr id="1032" name="Rectangle 8"/>
          <p:cNvSpPr>
            <a:spLocks noChangeArrowheads="1"/>
          </p:cNvSpPr>
          <p:nvPr userDrawn="1"/>
        </p:nvSpPr>
        <p:spPr bwMode="auto">
          <a:xfrm>
            <a:off x="11734804" y="8940802"/>
            <a:ext cx="9829803" cy="2275839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67783" tIns="33888" rIns="67783" bIns="33888" anchor="ctr"/>
          <a:lstStyle/>
          <a:p>
            <a:pPr>
              <a:defRPr/>
            </a:pPr>
            <a:endParaRPr lang="en-US" sz="1899"/>
          </a:p>
        </p:txBody>
      </p:sp>
      <p:sp>
        <p:nvSpPr>
          <p:cNvPr id="1033" name="Rectangle 9"/>
          <p:cNvSpPr>
            <a:spLocks noChangeArrowheads="1"/>
          </p:cNvSpPr>
          <p:nvPr userDrawn="1"/>
        </p:nvSpPr>
        <p:spPr bwMode="auto">
          <a:xfrm>
            <a:off x="22326600" y="8940802"/>
            <a:ext cx="9829803" cy="2275839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67783" tIns="33888" rIns="67783" bIns="33888" anchor="ctr"/>
          <a:lstStyle/>
          <a:p>
            <a:pPr>
              <a:defRPr/>
            </a:pPr>
            <a:endParaRPr lang="en-US" sz="1899"/>
          </a:p>
        </p:txBody>
      </p:sp>
      <p:sp>
        <p:nvSpPr>
          <p:cNvPr id="1034" name="Rectangle 10"/>
          <p:cNvSpPr>
            <a:spLocks noChangeArrowheads="1"/>
          </p:cNvSpPr>
          <p:nvPr userDrawn="1"/>
        </p:nvSpPr>
        <p:spPr bwMode="auto">
          <a:xfrm>
            <a:off x="32918404" y="8940802"/>
            <a:ext cx="9829803" cy="2275839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67783" tIns="33888" rIns="67783" bIns="33888" anchor="ctr"/>
          <a:lstStyle/>
          <a:p>
            <a:pPr>
              <a:defRPr/>
            </a:pPr>
            <a:endParaRPr lang="en-US" sz="1899"/>
          </a:p>
        </p:txBody>
      </p:sp>
      <p:sp>
        <p:nvSpPr>
          <p:cNvPr id="1036" name="Rectangle 12"/>
          <p:cNvSpPr>
            <a:spLocks noChangeArrowheads="1"/>
          </p:cNvSpPr>
          <p:nvPr userDrawn="1"/>
        </p:nvSpPr>
        <p:spPr bwMode="auto">
          <a:xfrm>
            <a:off x="0" y="0"/>
            <a:ext cx="43891200" cy="32918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7783" tIns="33888" rIns="67783" bIns="33888" anchor="ctr"/>
          <a:lstStyle/>
          <a:p>
            <a:pPr>
              <a:defRPr/>
            </a:pPr>
            <a:endParaRPr lang="en-US" sz="1899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557299" rtl="0" eaLnBrk="0" fontAlgn="base" hangingPunct="0">
        <a:spcBef>
          <a:spcPct val="0"/>
        </a:spcBef>
        <a:spcAft>
          <a:spcPct val="0"/>
        </a:spcAft>
        <a:defRPr sz="17095">
          <a:solidFill>
            <a:schemeClr val="tx2"/>
          </a:solidFill>
          <a:latin typeface="+mj-lt"/>
          <a:ea typeface="+mj-ea"/>
          <a:cs typeface="+mj-cs"/>
        </a:defRPr>
      </a:lvl1pPr>
      <a:lvl2pPr algn="ctr" defTabSz="3557299" rtl="0" eaLnBrk="0" fontAlgn="base" hangingPunct="0">
        <a:spcBef>
          <a:spcPct val="0"/>
        </a:spcBef>
        <a:spcAft>
          <a:spcPct val="0"/>
        </a:spcAft>
        <a:defRPr sz="17095">
          <a:solidFill>
            <a:schemeClr val="tx2"/>
          </a:solidFill>
          <a:latin typeface="Times New Roman" pitchFamily="18" charset="0"/>
        </a:defRPr>
      </a:lvl2pPr>
      <a:lvl3pPr algn="ctr" defTabSz="3557299" rtl="0" eaLnBrk="0" fontAlgn="base" hangingPunct="0">
        <a:spcBef>
          <a:spcPct val="0"/>
        </a:spcBef>
        <a:spcAft>
          <a:spcPct val="0"/>
        </a:spcAft>
        <a:defRPr sz="17095">
          <a:solidFill>
            <a:schemeClr val="tx2"/>
          </a:solidFill>
          <a:latin typeface="Times New Roman" pitchFamily="18" charset="0"/>
        </a:defRPr>
      </a:lvl3pPr>
      <a:lvl4pPr algn="ctr" defTabSz="3557299" rtl="0" eaLnBrk="0" fontAlgn="base" hangingPunct="0">
        <a:spcBef>
          <a:spcPct val="0"/>
        </a:spcBef>
        <a:spcAft>
          <a:spcPct val="0"/>
        </a:spcAft>
        <a:defRPr sz="17095">
          <a:solidFill>
            <a:schemeClr val="tx2"/>
          </a:solidFill>
          <a:latin typeface="Times New Roman" pitchFamily="18" charset="0"/>
        </a:defRPr>
      </a:lvl4pPr>
      <a:lvl5pPr algn="ctr" defTabSz="3557299" rtl="0" eaLnBrk="0" fontAlgn="base" hangingPunct="0">
        <a:spcBef>
          <a:spcPct val="0"/>
        </a:spcBef>
        <a:spcAft>
          <a:spcPct val="0"/>
        </a:spcAft>
        <a:defRPr sz="17095">
          <a:solidFill>
            <a:schemeClr val="tx2"/>
          </a:solidFill>
          <a:latin typeface="Times New Roman" pitchFamily="18" charset="0"/>
        </a:defRPr>
      </a:lvl5pPr>
      <a:lvl6pPr marL="338844" algn="ctr" defTabSz="3559034" rtl="0" eaLnBrk="0" fontAlgn="base" hangingPunct="0">
        <a:spcBef>
          <a:spcPct val="0"/>
        </a:spcBef>
        <a:spcAft>
          <a:spcPct val="0"/>
        </a:spcAft>
        <a:defRPr sz="17095">
          <a:solidFill>
            <a:schemeClr val="tx2"/>
          </a:solidFill>
          <a:latin typeface="Times New Roman" pitchFamily="18" charset="0"/>
        </a:defRPr>
      </a:lvl6pPr>
      <a:lvl7pPr marL="677687" algn="ctr" defTabSz="3559034" rtl="0" eaLnBrk="0" fontAlgn="base" hangingPunct="0">
        <a:spcBef>
          <a:spcPct val="0"/>
        </a:spcBef>
        <a:spcAft>
          <a:spcPct val="0"/>
        </a:spcAft>
        <a:defRPr sz="17095">
          <a:solidFill>
            <a:schemeClr val="tx2"/>
          </a:solidFill>
          <a:latin typeface="Times New Roman" pitchFamily="18" charset="0"/>
        </a:defRPr>
      </a:lvl7pPr>
      <a:lvl8pPr marL="1016531" algn="ctr" defTabSz="3559034" rtl="0" eaLnBrk="0" fontAlgn="base" hangingPunct="0">
        <a:spcBef>
          <a:spcPct val="0"/>
        </a:spcBef>
        <a:spcAft>
          <a:spcPct val="0"/>
        </a:spcAft>
        <a:defRPr sz="17095">
          <a:solidFill>
            <a:schemeClr val="tx2"/>
          </a:solidFill>
          <a:latin typeface="Times New Roman" pitchFamily="18" charset="0"/>
        </a:defRPr>
      </a:lvl8pPr>
      <a:lvl9pPr marL="1355374" algn="ctr" defTabSz="3559034" rtl="0" eaLnBrk="0" fontAlgn="base" hangingPunct="0">
        <a:spcBef>
          <a:spcPct val="0"/>
        </a:spcBef>
        <a:spcAft>
          <a:spcPct val="0"/>
        </a:spcAft>
        <a:defRPr sz="17095">
          <a:solidFill>
            <a:schemeClr val="tx2"/>
          </a:solidFill>
          <a:latin typeface="Times New Roman" pitchFamily="18" charset="0"/>
        </a:defRPr>
      </a:lvl9pPr>
    </p:titleStyle>
    <p:bodyStyle>
      <a:lvl1pPr marL="1333109" indent="-1333109" algn="l" defTabSz="3557299" rtl="0" eaLnBrk="0" fontAlgn="base" hangingPunct="0">
        <a:spcBef>
          <a:spcPct val="20000"/>
        </a:spcBef>
        <a:spcAft>
          <a:spcPct val="0"/>
        </a:spcAft>
        <a:buChar char="•"/>
        <a:defRPr sz="12398">
          <a:solidFill>
            <a:schemeClr val="tx1"/>
          </a:solidFill>
          <a:latin typeface="+mn-lt"/>
          <a:ea typeface="+mn-ea"/>
          <a:cs typeface="+mn-cs"/>
        </a:defRPr>
      </a:lvl1pPr>
      <a:lvl2pPr marL="2890748" indent="-1110926" algn="l" defTabSz="3557299" rtl="0" eaLnBrk="0" fontAlgn="base" hangingPunct="0">
        <a:spcBef>
          <a:spcPct val="20000"/>
        </a:spcBef>
        <a:spcAft>
          <a:spcPct val="0"/>
        </a:spcAft>
        <a:buChar char="–"/>
        <a:defRPr sz="10896">
          <a:solidFill>
            <a:schemeClr val="tx1"/>
          </a:solidFill>
          <a:latin typeface="+mn-lt"/>
        </a:defRPr>
      </a:lvl2pPr>
      <a:lvl3pPr marL="4448379" indent="-886404" algn="l" defTabSz="3557299" rtl="0" eaLnBrk="0" fontAlgn="base" hangingPunct="0">
        <a:spcBef>
          <a:spcPct val="20000"/>
        </a:spcBef>
        <a:spcAft>
          <a:spcPct val="0"/>
        </a:spcAft>
        <a:buChar char="•"/>
        <a:defRPr sz="9401">
          <a:solidFill>
            <a:schemeClr val="tx1"/>
          </a:solidFill>
          <a:latin typeface="+mn-lt"/>
        </a:defRPr>
      </a:lvl3pPr>
      <a:lvl4pPr marL="6225863" indent="-886404" algn="l" defTabSz="3557299" rtl="0" eaLnBrk="0" fontAlgn="base" hangingPunct="0">
        <a:spcBef>
          <a:spcPct val="20000"/>
        </a:spcBef>
        <a:spcAft>
          <a:spcPct val="0"/>
        </a:spcAft>
        <a:buChar char="–"/>
        <a:defRPr sz="7797">
          <a:solidFill>
            <a:schemeClr val="tx1"/>
          </a:solidFill>
          <a:latin typeface="+mn-lt"/>
        </a:defRPr>
      </a:lvl4pPr>
      <a:lvl5pPr marL="8005685" indent="-886404" algn="l" defTabSz="3557299" rtl="0" eaLnBrk="0" fontAlgn="base" hangingPunct="0">
        <a:spcBef>
          <a:spcPct val="20000"/>
        </a:spcBef>
        <a:spcAft>
          <a:spcPct val="0"/>
        </a:spcAft>
        <a:buChar char="»"/>
        <a:defRPr sz="7797">
          <a:solidFill>
            <a:schemeClr val="tx1"/>
          </a:solidFill>
          <a:latin typeface="+mn-lt"/>
        </a:defRPr>
      </a:lvl5pPr>
      <a:lvl6pPr marL="8346380" indent="-889462" algn="l" defTabSz="3559034" rtl="0" eaLnBrk="0" fontAlgn="base" hangingPunct="0">
        <a:spcBef>
          <a:spcPct val="20000"/>
        </a:spcBef>
        <a:spcAft>
          <a:spcPct val="0"/>
        </a:spcAft>
        <a:buChar char="»"/>
        <a:defRPr sz="7797">
          <a:solidFill>
            <a:schemeClr val="tx1"/>
          </a:solidFill>
          <a:latin typeface="+mn-lt"/>
        </a:defRPr>
      </a:lvl6pPr>
      <a:lvl7pPr marL="8685223" indent="-889462" algn="l" defTabSz="3559034" rtl="0" eaLnBrk="0" fontAlgn="base" hangingPunct="0">
        <a:spcBef>
          <a:spcPct val="20000"/>
        </a:spcBef>
        <a:spcAft>
          <a:spcPct val="0"/>
        </a:spcAft>
        <a:buChar char="»"/>
        <a:defRPr sz="7797">
          <a:solidFill>
            <a:schemeClr val="tx1"/>
          </a:solidFill>
          <a:latin typeface="+mn-lt"/>
        </a:defRPr>
      </a:lvl7pPr>
      <a:lvl8pPr marL="9024067" indent="-889462" algn="l" defTabSz="3559034" rtl="0" eaLnBrk="0" fontAlgn="base" hangingPunct="0">
        <a:spcBef>
          <a:spcPct val="20000"/>
        </a:spcBef>
        <a:spcAft>
          <a:spcPct val="0"/>
        </a:spcAft>
        <a:buChar char="»"/>
        <a:defRPr sz="7797">
          <a:solidFill>
            <a:schemeClr val="tx1"/>
          </a:solidFill>
          <a:latin typeface="+mn-lt"/>
        </a:defRPr>
      </a:lvl8pPr>
      <a:lvl9pPr marL="9362911" indent="-889462" algn="l" defTabSz="3559034" rtl="0" eaLnBrk="0" fontAlgn="base" hangingPunct="0">
        <a:spcBef>
          <a:spcPct val="20000"/>
        </a:spcBef>
        <a:spcAft>
          <a:spcPct val="0"/>
        </a:spcAft>
        <a:buChar char="»"/>
        <a:defRPr sz="7797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77687" rtl="0" eaLnBrk="1" latinLnBrk="0" hangingPunct="1">
        <a:defRPr sz="1303" kern="1200">
          <a:solidFill>
            <a:schemeClr val="tx1"/>
          </a:solidFill>
          <a:latin typeface="+mn-lt"/>
          <a:ea typeface="+mn-ea"/>
          <a:cs typeface="+mn-cs"/>
        </a:defRPr>
      </a:lvl1pPr>
      <a:lvl2pPr marL="338844" algn="l" defTabSz="677687" rtl="0" eaLnBrk="1" latinLnBrk="0" hangingPunct="1">
        <a:defRPr sz="1303" kern="1200">
          <a:solidFill>
            <a:schemeClr val="tx1"/>
          </a:solidFill>
          <a:latin typeface="+mn-lt"/>
          <a:ea typeface="+mn-ea"/>
          <a:cs typeface="+mn-cs"/>
        </a:defRPr>
      </a:lvl2pPr>
      <a:lvl3pPr marL="677687" algn="l" defTabSz="677687" rtl="0" eaLnBrk="1" latinLnBrk="0" hangingPunct="1">
        <a:defRPr sz="1303" kern="1200">
          <a:solidFill>
            <a:schemeClr val="tx1"/>
          </a:solidFill>
          <a:latin typeface="+mn-lt"/>
          <a:ea typeface="+mn-ea"/>
          <a:cs typeface="+mn-cs"/>
        </a:defRPr>
      </a:lvl3pPr>
      <a:lvl4pPr marL="1016531" algn="l" defTabSz="677687" rtl="0" eaLnBrk="1" latinLnBrk="0" hangingPunct="1">
        <a:defRPr sz="1303" kern="1200">
          <a:solidFill>
            <a:schemeClr val="tx1"/>
          </a:solidFill>
          <a:latin typeface="+mn-lt"/>
          <a:ea typeface="+mn-ea"/>
          <a:cs typeface="+mn-cs"/>
        </a:defRPr>
      </a:lvl4pPr>
      <a:lvl5pPr marL="1355374" algn="l" defTabSz="677687" rtl="0" eaLnBrk="1" latinLnBrk="0" hangingPunct="1">
        <a:defRPr sz="1303" kern="1200">
          <a:solidFill>
            <a:schemeClr val="tx1"/>
          </a:solidFill>
          <a:latin typeface="+mn-lt"/>
          <a:ea typeface="+mn-ea"/>
          <a:cs typeface="+mn-cs"/>
        </a:defRPr>
      </a:lvl5pPr>
      <a:lvl6pPr marL="1694218" algn="l" defTabSz="677687" rtl="0" eaLnBrk="1" latinLnBrk="0" hangingPunct="1">
        <a:defRPr sz="1303" kern="1200">
          <a:solidFill>
            <a:schemeClr val="tx1"/>
          </a:solidFill>
          <a:latin typeface="+mn-lt"/>
          <a:ea typeface="+mn-ea"/>
          <a:cs typeface="+mn-cs"/>
        </a:defRPr>
      </a:lvl6pPr>
      <a:lvl7pPr marL="2033062" algn="l" defTabSz="677687" rtl="0" eaLnBrk="1" latinLnBrk="0" hangingPunct="1">
        <a:defRPr sz="1303" kern="1200">
          <a:solidFill>
            <a:schemeClr val="tx1"/>
          </a:solidFill>
          <a:latin typeface="+mn-lt"/>
          <a:ea typeface="+mn-ea"/>
          <a:cs typeface="+mn-cs"/>
        </a:defRPr>
      </a:lvl7pPr>
      <a:lvl8pPr marL="2371905" algn="l" defTabSz="677687" rtl="0" eaLnBrk="1" latinLnBrk="0" hangingPunct="1">
        <a:defRPr sz="1303" kern="1200">
          <a:solidFill>
            <a:schemeClr val="tx1"/>
          </a:solidFill>
          <a:latin typeface="+mn-lt"/>
          <a:ea typeface="+mn-ea"/>
          <a:cs typeface="+mn-cs"/>
        </a:defRPr>
      </a:lvl8pPr>
      <a:lvl9pPr marL="2710749" algn="l" defTabSz="677687" rtl="0" eaLnBrk="1" latinLnBrk="0" hangingPunct="1">
        <a:defRPr sz="130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A40321-5DBD-93FD-1EE0-CEEDB684D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TextBox 2">
            <a:extLst>
              <a:ext uri="{FF2B5EF4-FFF2-40B4-BE49-F238E27FC236}">
                <a16:creationId xmlns:a16="http://schemas.microsoft.com/office/drawing/2014/main" id="{C3905977-5DC5-4A25-4258-25057352AB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3126" y="17874"/>
            <a:ext cx="43881574" cy="428163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lIns="86606" tIns="43303" rIns="86606" bIns="43303" anchor="t"/>
          <a:lstStyle/>
          <a:p>
            <a:pPr algn="ctr">
              <a:spcBef>
                <a:spcPts val="0"/>
              </a:spcBef>
            </a:pPr>
            <a:r>
              <a:rPr lang="en-US" sz="8400" b="1" dirty="0" smtClean="0">
                <a:latin typeface="+mj-lt"/>
                <a:cs typeface="Calibri"/>
              </a:rPr>
              <a:t>Student </a:t>
            </a:r>
            <a:r>
              <a:rPr lang="en-US" sz="8400" b="1" dirty="0">
                <a:latin typeface="+mj-lt"/>
                <a:cs typeface="Calibri"/>
              </a:rPr>
              <a:t>Research       </a:t>
            </a:r>
            <a:r>
              <a:rPr lang="en-US" sz="8750" b="1" dirty="0">
                <a:latin typeface="+mj-lt"/>
                <a:cs typeface="Calibri"/>
              </a:rPr>
              <a:t> </a:t>
            </a:r>
          </a:p>
          <a:p>
            <a:pPr algn="ctr">
              <a:spcBef>
                <a:spcPts val="0"/>
              </a:spcBef>
            </a:pPr>
            <a:r>
              <a:rPr lang="en-US" sz="6000" dirty="0">
                <a:latin typeface="+mn-lt"/>
                <a:ea typeface="Arial" panose="020B0604020202020204" pitchFamily="34" charset="0"/>
                <a:cs typeface="Vrinda"/>
              </a:rPr>
              <a:t>Loni </a:t>
            </a:r>
            <a:r>
              <a:rPr lang="en-US" sz="6000" dirty="0" smtClean="0">
                <a:latin typeface="+mn-lt"/>
                <a:ea typeface="Arial" panose="020B0604020202020204" pitchFamily="34" charset="0"/>
                <a:cs typeface="Vrinda"/>
              </a:rPr>
              <a:t>Taylor</a:t>
            </a:r>
            <a:endParaRPr lang="en-US" sz="6000" baseline="30000" dirty="0">
              <a:latin typeface="+mn-lt"/>
              <a:ea typeface="Arial" panose="020B0604020202020204" pitchFamily="34" charset="0"/>
              <a:cs typeface="Vrinda"/>
            </a:endParaRPr>
          </a:p>
          <a:p>
            <a:pPr algn="ctr">
              <a:spcBef>
                <a:spcPts val="0"/>
              </a:spcBef>
            </a:pPr>
            <a:endParaRPr lang="en-US" sz="2400" b="1" baseline="30000" dirty="0">
              <a:latin typeface="+mn-lt"/>
              <a:cs typeface="Times New Roman"/>
            </a:endParaRPr>
          </a:p>
          <a:p>
            <a:pPr algn="ctr">
              <a:spcBef>
                <a:spcPts val="0"/>
              </a:spcBef>
            </a:pPr>
            <a:r>
              <a:rPr lang="en-US" sz="6000" baseline="30000" dirty="0">
                <a:latin typeface="+mn-lt"/>
              </a:rPr>
              <a:t>Biomedical Data Sciences, Applied Computational Science and Data Science, </a:t>
            </a:r>
            <a:r>
              <a:rPr lang="en-US" sz="6000" baseline="30000" dirty="0" err="1">
                <a:latin typeface="+mn-lt"/>
              </a:rPr>
              <a:t>Meharry</a:t>
            </a:r>
            <a:r>
              <a:rPr lang="en-US" sz="6000" baseline="30000" dirty="0">
                <a:latin typeface="+mn-lt"/>
              </a:rPr>
              <a:t> Medical College</a:t>
            </a:r>
            <a:endParaRPr lang="en-US" sz="6000" baseline="30000" dirty="0">
              <a:latin typeface="+mn-lt"/>
              <a:cs typeface="Times New Roman"/>
            </a:endParaRPr>
          </a:p>
          <a:p>
            <a:pPr algn="ctr">
              <a:spcBef>
                <a:spcPts val="0"/>
              </a:spcBef>
            </a:pPr>
            <a:r>
              <a:rPr lang="en-US" sz="6000" baseline="30000" dirty="0">
                <a:latin typeface="+mn-lt"/>
              </a:rPr>
              <a:t>(</a:t>
            </a:r>
            <a:r>
              <a:rPr lang="en-US" sz="6000" baseline="30000" dirty="0" smtClean="0">
                <a:latin typeface="+mn-lt"/>
              </a:rPr>
              <a:t>lotaylor23@mmc.edu)</a:t>
            </a:r>
            <a:r>
              <a:rPr lang="en-US" sz="6000" dirty="0" smtClean="0">
                <a:latin typeface="+mn-lt"/>
                <a:ea typeface="Arial" panose="020B0604020202020204" pitchFamily="34" charset="0"/>
                <a:cs typeface="Vrinda"/>
              </a:rPr>
              <a:t> </a:t>
            </a:r>
            <a:endParaRPr lang="en-US" sz="6000" baseline="30000" dirty="0">
              <a:latin typeface="+mn-lt"/>
              <a:cs typeface="Vrinda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E5EA2B3-2B19-8B15-81E1-BD2205B6E85F}"/>
              </a:ext>
            </a:extLst>
          </p:cNvPr>
          <p:cNvCxnSpPr/>
          <p:nvPr/>
        </p:nvCxnSpPr>
        <p:spPr>
          <a:xfrm>
            <a:off x="-455254" y="6892685"/>
            <a:ext cx="43891200" cy="3178"/>
          </a:xfrm>
          <a:prstGeom prst="line">
            <a:avLst/>
          </a:prstGeom>
          <a:ln w="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9" name="Text Box 6">
            <a:extLst>
              <a:ext uri="{FF2B5EF4-FFF2-40B4-BE49-F238E27FC236}">
                <a16:creationId xmlns:a16="http://schemas.microsoft.com/office/drawing/2014/main" id="{F050198E-8229-CCF5-54EB-53852DCF15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673" y="5291624"/>
            <a:ext cx="13738228" cy="2092487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203794" tIns="203794" rIns="203794" bIns="203794" anchor="t">
            <a:spAutoFit/>
          </a:bodyPr>
          <a:lstStyle/>
          <a:p>
            <a:pPr algn="just"/>
            <a:r>
              <a:rPr lang="en-US" sz="3100" dirty="0">
                <a:solidFill>
                  <a:srgbClr val="000000"/>
                </a:solidFill>
                <a:latin typeface="+mn-lt"/>
                <a:ea typeface="Calibri"/>
              </a:rPr>
              <a:t>The diverse habitats </a:t>
            </a:r>
            <a:r>
              <a:rPr lang="en-US" sz="3100" dirty="0" smtClean="0">
                <a:solidFill>
                  <a:srgbClr val="000000"/>
                </a:solidFill>
                <a:latin typeface="+mn-lt"/>
                <a:ea typeface="Calibri"/>
              </a:rPr>
              <a:t>…..</a:t>
            </a:r>
          </a:p>
          <a:p>
            <a:pPr algn="just"/>
            <a:endParaRPr lang="en-US" sz="3100" dirty="0">
              <a:solidFill>
                <a:srgbClr val="000000"/>
              </a:solidFill>
              <a:latin typeface="+mn-lt"/>
              <a:ea typeface="Calibri"/>
            </a:endParaRPr>
          </a:p>
          <a:p>
            <a:pPr algn="just"/>
            <a:endParaRPr lang="en-US" sz="3100" dirty="0" smtClean="0">
              <a:solidFill>
                <a:srgbClr val="000000"/>
              </a:solidFill>
              <a:latin typeface="+mn-lt"/>
              <a:ea typeface="Calibri"/>
            </a:endParaRPr>
          </a:p>
          <a:p>
            <a:pPr algn="just"/>
            <a:endParaRPr lang="en-US" sz="3100" dirty="0">
              <a:solidFill>
                <a:srgbClr val="000000"/>
              </a:solidFill>
              <a:latin typeface="+mn-lt"/>
              <a:ea typeface="Calibri"/>
            </a:endParaRPr>
          </a:p>
          <a:p>
            <a:pPr algn="just"/>
            <a:endParaRPr lang="en-US" sz="3100" dirty="0" smtClean="0">
              <a:solidFill>
                <a:srgbClr val="000000"/>
              </a:solidFill>
              <a:latin typeface="+mn-lt"/>
              <a:ea typeface="Calibri"/>
            </a:endParaRPr>
          </a:p>
          <a:p>
            <a:pPr algn="just"/>
            <a:r>
              <a:rPr lang="en-US" sz="3100" dirty="0" smtClean="0">
                <a:solidFill>
                  <a:srgbClr val="000000"/>
                </a:solidFill>
                <a:latin typeface="+mn-lt"/>
                <a:ea typeface="Calibri"/>
              </a:rPr>
              <a:t>.</a:t>
            </a:r>
            <a:endParaRPr lang="en-US" sz="3100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b="1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b="1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b="1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b="1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b="1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r>
              <a:rPr lang="en-US" sz="3100" b="1" dirty="0">
                <a:solidFill>
                  <a:srgbClr val="000000"/>
                </a:solidFill>
                <a:latin typeface="+mn-lt"/>
                <a:ea typeface="Calibri"/>
                <a:cs typeface="Times New Roman"/>
              </a:rPr>
              <a:t>Loni Taylor </a:t>
            </a:r>
            <a:endParaRPr lang="en-US" sz="3100" b="1" dirty="0">
              <a:solidFill>
                <a:srgbClr val="000000"/>
              </a:solidFill>
              <a:ea typeface="Calibri"/>
              <a:cs typeface="Times New Roman"/>
            </a:endParaRPr>
          </a:p>
          <a:p>
            <a:pPr algn="just"/>
            <a:endParaRPr lang="en-US" sz="3100" b="1" dirty="0">
              <a:ea typeface="Calibri"/>
              <a:cs typeface="Times New Roman"/>
            </a:endParaRPr>
          </a:p>
          <a:p>
            <a:pPr algn="just"/>
            <a:endParaRPr lang="en-US" sz="3100" dirty="0">
              <a:latin typeface="Times New Roman"/>
              <a:ea typeface="Calibri"/>
              <a:cs typeface="Times New Roman"/>
            </a:endParaRPr>
          </a:p>
          <a:p>
            <a:pPr algn="just"/>
            <a:endParaRPr lang="en-US" sz="3100" b="1" dirty="0">
              <a:ea typeface="Calibri"/>
              <a:cs typeface="Times New Roman"/>
            </a:endParaRPr>
          </a:p>
          <a:p>
            <a:pPr algn="just"/>
            <a:endParaRPr lang="en-US" sz="3100" b="1" dirty="0">
              <a:ea typeface="Calibri"/>
              <a:cs typeface="Times New Roman"/>
            </a:endParaRPr>
          </a:p>
          <a:p>
            <a:pPr algn="just"/>
            <a:endParaRPr lang="en-US" sz="3100" b="1" dirty="0">
              <a:ea typeface="Calibri"/>
              <a:cs typeface="Times New Roman"/>
            </a:endParaRPr>
          </a:p>
          <a:p>
            <a:pPr algn="just"/>
            <a:endParaRPr lang="en-US" sz="3100" b="1" dirty="0">
              <a:ea typeface="Calibri"/>
              <a:cs typeface="Times New Roman"/>
            </a:endParaRPr>
          </a:p>
          <a:p>
            <a:pPr algn="just"/>
            <a:endParaRPr lang="en-US" sz="3100" b="1" dirty="0">
              <a:ea typeface="Calibri"/>
              <a:cs typeface="Times New Roman"/>
            </a:endParaRPr>
          </a:p>
          <a:p>
            <a:pPr algn="just"/>
            <a:endParaRPr lang="en-US" sz="3100" b="1" dirty="0">
              <a:ea typeface="Calibri"/>
              <a:cs typeface="Times New Roman"/>
            </a:endParaRPr>
          </a:p>
          <a:p>
            <a:pPr algn="just"/>
            <a:endParaRPr lang="en-US" sz="3100" b="1" dirty="0">
              <a:ea typeface="Calibri"/>
              <a:cs typeface="Times New Roman"/>
            </a:endParaRPr>
          </a:p>
          <a:p>
            <a:pPr algn="just"/>
            <a:endParaRPr lang="en-US" sz="3100" b="1" dirty="0">
              <a:ea typeface="Calibri"/>
              <a:cs typeface="Times New Roman"/>
            </a:endParaRPr>
          </a:p>
          <a:p>
            <a:pPr algn="just"/>
            <a:endParaRPr lang="en-US" sz="3100" dirty="0">
              <a:ea typeface="Calibri"/>
              <a:cs typeface="Times New Roman"/>
            </a:endParaRPr>
          </a:p>
          <a:p>
            <a:pPr algn="just"/>
            <a:endParaRPr lang="en-US" sz="3100" dirty="0">
              <a:ea typeface="Calibri"/>
              <a:cs typeface="Times New Roman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AB00272-7A6B-D504-88F5-596D48037DFF}"/>
              </a:ext>
            </a:extLst>
          </p:cNvPr>
          <p:cNvSpPr/>
          <p:nvPr/>
        </p:nvSpPr>
        <p:spPr>
          <a:xfrm>
            <a:off x="274692" y="4315837"/>
            <a:ext cx="13761720" cy="940787"/>
          </a:xfrm>
          <a:prstGeom prst="rect">
            <a:avLst/>
          </a:prstGeom>
          <a:solidFill>
            <a:srgbClr val="6C1A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6000">
                <a:latin typeface="Arial"/>
                <a:cs typeface="Arial"/>
              </a:rPr>
              <a:t>ENVIRONMETAL RESEARCH &amp; AI</a:t>
            </a:r>
          </a:p>
        </p:txBody>
      </p:sp>
      <p:pic>
        <p:nvPicPr>
          <p:cNvPr id="43" name="Picture 42" descr="Logo&#10;&#10;Description automatically generated with low confidence">
            <a:extLst>
              <a:ext uri="{FF2B5EF4-FFF2-40B4-BE49-F238E27FC236}">
                <a16:creationId xmlns:a16="http://schemas.microsoft.com/office/drawing/2014/main" id="{C763AB2A-A3D9-1152-719B-2CCB37D911B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61"/>
          <a:stretch/>
        </p:blipFill>
        <p:spPr>
          <a:xfrm>
            <a:off x="38461974" y="16548"/>
            <a:ext cx="5425353" cy="1323011"/>
          </a:xfrm>
          <a:prstGeom prst="rect">
            <a:avLst/>
          </a:prstGeom>
          <a:ln>
            <a:noFill/>
          </a:ln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5B01D0E9-DACB-D238-CCA1-B1FEEA591BBC}"/>
              </a:ext>
            </a:extLst>
          </p:cNvPr>
          <p:cNvSpPr/>
          <p:nvPr/>
        </p:nvSpPr>
        <p:spPr>
          <a:xfrm>
            <a:off x="308859" y="27725726"/>
            <a:ext cx="43136923" cy="914400"/>
          </a:xfrm>
          <a:prstGeom prst="rect">
            <a:avLst/>
          </a:prstGeom>
          <a:solidFill>
            <a:srgbClr val="6C1A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>
                <a:latin typeface="Arial" panose="020B0604020202020204" pitchFamily="34" charset="0"/>
                <a:cs typeface="Arial" panose="020B0604020202020204" pitchFamily="34" charset="0"/>
              </a:rPr>
              <a:t>ACKNOWLEDGEMENTS</a:t>
            </a:r>
          </a:p>
        </p:txBody>
      </p:sp>
      <p:pic>
        <p:nvPicPr>
          <p:cNvPr id="1026" name="Picture 2" descr="PRIMARY SACS SEAL 13B3 - Meharry Medical College">
            <a:extLst>
              <a:ext uri="{FF2B5EF4-FFF2-40B4-BE49-F238E27FC236}">
                <a16:creationId xmlns:a16="http://schemas.microsoft.com/office/drawing/2014/main" id="{2D16116B-38D9-6994-E408-45B6AD98B9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77872" y="1785373"/>
            <a:ext cx="2129250" cy="212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Text Box 6">
            <a:extLst>
              <a:ext uri="{FF2B5EF4-FFF2-40B4-BE49-F238E27FC236}">
                <a16:creationId xmlns:a16="http://schemas.microsoft.com/office/drawing/2014/main" id="{F041F18D-701E-097C-3499-E52223B4DE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0540" y="17916456"/>
            <a:ext cx="9482063" cy="82193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203794" tIns="203794" rIns="203794" bIns="203794" anchor="t">
            <a:spAutoFit/>
          </a:bodyPr>
          <a:lstStyle/>
          <a:p>
            <a:pPr algn="just">
              <a:lnSpc>
                <a:spcPts val="3200"/>
              </a:lnSpc>
            </a:pPr>
            <a:r>
              <a:rPr lang="en-US" sz="3100">
                <a:solidFill>
                  <a:srgbClr val="000000"/>
                </a:solidFill>
                <a:latin typeface="+mn-lt"/>
                <a:ea typeface="Calibri" panose="020F0502020204030204" pitchFamily="34" charset="0"/>
              </a:rPr>
              <a:t>Figure 1: Workflow of the </a:t>
            </a:r>
            <a:r>
              <a:rPr lang="en-US" sz="3100" err="1">
                <a:solidFill>
                  <a:srgbClr val="000000"/>
                </a:solidFill>
                <a:latin typeface="+mn-lt"/>
                <a:ea typeface="Calibri" panose="020F0502020204030204" pitchFamily="34" charset="0"/>
              </a:rPr>
              <a:t>EcoPredictML</a:t>
            </a:r>
            <a:r>
              <a:rPr lang="en-US" sz="3100">
                <a:solidFill>
                  <a:srgbClr val="000000"/>
                </a:solidFill>
                <a:latin typeface="+mn-lt"/>
                <a:ea typeface="Calibri" panose="020F0502020204030204" pitchFamily="34" charset="0"/>
              </a:rPr>
              <a:t> Framework. </a:t>
            </a:r>
            <a:endParaRPr lang="en-US" sz="3100" b="1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B2AD574-1BE5-235A-A590-61DE2D0278BA}"/>
              </a:ext>
            </a:extLst>
          </p:cNvPr>
          <p:cNvSpPr/>
          <p:nvPr/>
        </p:nvSpPr>
        <p:spPr>
          <a:xfrm>
            <a:off x="14813092" y="4293893"/>
            <a:ext cx="13761720" cy="1026801"/>
          </a:xfrm>
          <a:prstGeom prst="rect">
            <a:avLst/>
          </a:prstGeom>
          <a:solidFill>
            <a:srgbClr val="6C1A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3" rIns="91440" bIns="45723" rtlCol="0" anchor="ctr"/>
          <a:lstStyle/>
          <a:p>
            <a:pPr algn="ctr"/>
            <a:endParaRPr lang="en-US" sz="6000" dirty="0">
              <a:cs typeface="Times New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E46B63-1A1D-20FB-6BC0-124CE82BF41E}"/>
              </a:ext>
            </a:extLst>
          </p:cNvPr>
          <p:cNvSpPr/>
          <p:nvPr/>
        </p:nvSpPr>
        <p:spPr>
          <a:xfrm>
            <a:off x="29671532" y="4293893"/>
            <a:ext cx="13761720" cy="1026801"/>
          </a:xfrm>
          <a:prstGeom prst="rect">
            <a:avLst/>
          </a:prstGeom>
          <a:solidFill>
            <a:srgbClr val="6C1A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3" rIns="91440" bIns="45723" rtlCol="0" anchor="ctr"/>
          <a:lstStyle/>
          <a:p>
            <a:pPr algn="ctr"/>
            <a:endParaRPr lang="en-US" sz="6000" dirty="0">
              <a:latin typeface="Arial"/>
              <a:cs typeface="Arial"/>
            </a:endParaRPr>
          </a:p>
        </p:txBody>
      </p:sp>
      <p:sp>
        <p:nvSpPr>
          <p:cNvPr id="14" name="Text Box 6">
            <a:extLst>
              <a:ext uri="{FF2B5EF4-FFF2-40B4-BE49-F238E27FC236}">
                <a16:creationId xmlns:a16="http://schemas.microsoft.com/office/drawing/2014/main" id="{A5DED6B7-6845-FEDC-0EDF-539A5B521E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672" y="29036929"/>
            <a:ext cx="13738228" cy="327389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203794" tIns="203794" rIns="203794" bIns="203794" anchor="t">
            <a:spAutoFit/>
          </a:bodyPr>
          <a:lstStyle/>
          <a:p>
            <a:pPr algn="just"/>
            <a:endParaRPr lang="en-US" sz="3100" b="1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r>
              <a:rPr lang="en-US" sz="3100" b="1">
                <a:solidFill>
                  <a:srgbClr val="000000"/>
                </a:solidFill>
                <a:latin typeface="+mn-lt"/>
                <a:ea typeface="Calibri"/>
                <a:cs typeface="Times New Roman"/>
              </a:rPr>
              <a:t>INTRODUCTION &amp; MOTIVATION</a:t>
            </a:r>
            <a:endParaRPr lang="en-US">
              <a:cs typeface="Times New Roman"/>
            </a:endParaRPr>
          </a:p>
          <a:p>
            <a:pPr algn="just"/>
            <a:endParaRPr lang="en-US" sz="3100">
              <a:solidFill>
                <a:srgbClr val="000000"/>
              </a:solidFill>
              <a:latin typeface="+mn-lt"/>
              <a:ea typeface="Calibri"/>
            </a:endParaRPr>
          </a:p>
          <a:p>
            <a:pPr algn="just"/>
            <a:r>
              <a:rPr lang="en-US" sz="3100">
                <a:solidFill>
                  <a:srgbClr val="000000"/>
                </a:solidFill>
                <a:latin typeface="+mn-lt"/>
                <a:ea typeface="Calibri"/>
              </a:rPr>
              <a:t>The diverse habitats of species highlight the critical need to understand how environmental variability influences species survival. Many studies explore machine learning analysis for wildlife conservation, some focusing on </a:t>
            </a:r>
            <a:r>
              <a:rPr lang="en-US" sz="3100" err="1">
                <a:solidFill>
                  <a:srgbClr val="000000"/>
                </a:solidFill>
                <a:latin typeface="+mn-lt"/>
                <a:ea typeface="Calibri"/>
              </a:rPr>
              <a:t>observ</a:t>
            </a:r>
            <a:endParaRPr lang="en-US" sz="3100" err="1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</p:txBody>
      </p:sp>
      <p:sp>
        <p:nvSpPr>
          <p:cNvPr id="15" name="Text Box 6">
            <a:extLst>
              <a:ext uri="{FF2B5EF4-FFF2-40B4-BE49-F238E27FC236}">
                <a16:creationId xmlns:a16="http://schemas.microsoft.com/office/drawing/2014/main" id="{FA54D910-2709-8520-48B7-EE3AFC2EF5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81508" y="29036929"/>
            <a:ext cx="13738228" cy="327389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203794" tIns="203794" rIns="203794" bIns="203794" anchor="t">
            <a:spAutoFit/>
          </a:bodyPr>
          <a:lstStyle/>
          <a:p>
            <a:pPr algn="just"/>
            <a:endParaRPr lang="en-US" sz="3100" b="1" dirty="0" smtClean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b="1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b="1" dirty="0" smtClean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b="1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b="1" dirty="0" smtClean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b="1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</p:txBody>
      </p:sp>
      <p:sp>
        <p:nvSpPr>
          <p:cNvPr id="17" name="Text Box 6">
            <a:extLst>
              <a:ext uri="{FF2B5EF4-FFF2-40B4-BE49-F238E27FC236}">
                <a16:creationId xmlns:a16="http://schemas.microsoft.com/office/drawing/2014/main" id="{CA55E6E3-BB59-1077-703F-1847D71CF3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90632" y="29036929"/>
            <a:ext cx="13738228" cy="327389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203794" tIns="203794" rIns="203794" bIns="203794" anchor="t">
            <a:spAutoFit/>
          </a:bodyPr>
          <a:lstStyle/>
          <a:p>
            <a:pPr algn="just"/>
            <a:endParaRPr lang="en-US" sz="3100" b="1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b="1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b="1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b="1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b="1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b="1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D8A393B-16EA-6D10-D771-B89AB7150824}"/>
              </a:ext>
            </a:extLst>
          </p:cNvPr>
          <p:cNvCxnSpPr/>
          <p:nvPr/>
        </p:nvCxnSpPr>
        <p:spPr bwMode="auto">
          <a:xfrm flipH="1">
            <a:off x="14433605" y="6287494"/>
            <a:ext cx="91440" cy="1892808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EBA5FB3-9FC3-3904-FB36-2ECF5DE0DDFF}"/>
              </a:ext>
            </a:extLst>
          </p:cNvPr>
          <p:cNvCxnSpPr>
            <a:cxnSpLocks/>
          </p:cNvCxnSpPr>
          <p:nvPr/>
        </p:nvCxnSpPr>
        <p:spPr bwMode="auto">
          <a:xfrm flipH="1">
            <a:off x="29123640" y="6446520"/>
            <a:ext cx="91440" cy="1892808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 Box 6">
            <a:extLst>
              <a:ext uri="{FF2B5EF4-FFF2-40B4-BE49-F238E27FC236}">
                <a16:creationId xmlns:a16="http://schemas.microsoft.com/office/drawing/2014/main" id="{E83B203F-6C0F-7A5B-CA27-14EB3D2F80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31632" y="5291624"/>
            <a:ext cx="13738228" cy="2092487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203794" tIns="203794" rIns="203794" bIns="203794" anchor="t">
            <a:spAutoFit/>
          </a:bodyPr>
          <a:lstStyle/>
          <a:p>
            <a:pPr algn="just"/>
            <a:endParaRPr lang="en-US" sz="3100" dirty="0" smtClean="0">
              <a:solidFill>
                <a:srgbClr val="000000"/>
              </a:solidFill>
              <a:latin typeface="+mn-lt"/>
              <a:ea typeface="Calibri"/>
            </a:endParaRPr>
          </a:p>
          <a:p>
            <a:pPr algn="just"/>
            <a:endParaRPr lang="en-US" sz="3100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 smtClean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 smtClean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 smtClean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 smtClean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 smtClean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 smtClean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 smtClean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 smtClean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 smtClean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 smtClean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 smtClean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 smtClean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 smtClean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 smtClean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 smtClean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 smtClean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 smtClean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 smtClean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 smtClean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 smtClean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 smtClean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 smtClean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 smtClean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b="1" dirty="0" smtClean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b="1" dirty="0" smtClean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b="1" dirty="0" smtClean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b="1" dirty="0" smtClean="0">
              <a:latin typeface="Times New Roman"/>
              <a:ea typeface="Calibri"/>
              <a:cs typeface="Times New Roman"/>
            </a:endParaRPr>
          </a:p>
          <a:p>
            <a:pPr algn="just"/>
            <a:endParaRPr lang="en-US" sz="3100" b="1" dirty="0" smtClean="0">
              <a:ea typeface="Calibri"/>
              <a:cs typeface="Times New Roman"/>
            </a:endParaRPr>
          </a:p>
          <a:p>
            <a:pPr algn="just"/>
            <a:endParaRPr lang="en-US" sz="3100" dirty="0" smtClean="0">
              <a:ea typeface="Calibri"/>
              <a:cs typeface="Times New Roman"/>
            </a:endParaRPr>
          </a:p>
          <a:p>
            <a:pPr algn="just"/>
            <a:endParaRPr lang="en-US" sz="3100" b="1" dirty="0" smtClean="0">
              <a:ea typeface="Calibri"/>
              <a:cs typeface="Times New Roman"/>
            </a:endParaRPr>
          </a:p>
          <a:p>
            <a:pPr algn="just"/>
            <a:endParaRPr lang="en-US" sz="3100" b="1" dirty="0" smtClean="0">
              <a:ea typeface="Calibri"/>
              <a:cs typeface="Times New Roman"/>
            </a:endParaRPr>
          </a:p>
          <a:p>
            <a:pPr algn="just"/>
            <a:endParaRPr lang="en-US" sz="3100" b="1" dirty="0" smtClean="0">
              <a:ea typeface="Calibri"/>
              <a:cs typeface="Times New Roman"/>
            </a:endParaRPr>
          </a:p>
          <a:p>
            <a:pPr algn="just"/>
            <a:endParaRPr lang="en-US" sz="3100" b="1" dirty="0" smtClean="0">
              <a:ea typeface="Calibri"/>
              <a:cs typeface="Times New Roman"/>
            </a:endParaRPr>
          </a:p>
          <a:p>
            <a:pPr algn="just"/>
            <a:endParaRPr lang="en-US" sz="3100" b="1" dirty="0" smtClean="0">
              <a:ea typeface="Calibri"/>
              <a:cs typeface="Times New Roman"/>
            </a:endParaRPr>
          </a:p>
          <a:p>
            <a:pPr algn="just"/>
            <a:endParaRPr lang="en-US" sz="3100" b="1" dirty="0" smtClean="0">
              <a:ea typeface="Calibri"/>
              <a:cs typeface="Times New Roman"/>
            </a:endParaRPr>
          </a:p>
          <a:p>
            <a:pPr algn="just"/>
            <a:endParaRPr lang="en-US" sz="3100" b="1" dirty="0" smtClean="0">
              <a:ea typeface="Calibri"/>
              <a:cs typeface="Times New Roman"/>
            </a:endParaRPr>
          </a:p>
          <a:p>
            <a:pPr algn="just"/>
            <a:endParaRPr lang="en-US" sz="3100" b="1" dirty="0" smtClean="0">
              <a:ea typeface="Calibri"/>
              <a:cs typeface="Times New Roman"/>
            </a:endParaRPr>
          </a:p>
          <a:p>
            <a:pPr algn="just"/>
            <a:endParaRPr lang="en-US" sz="3100" dirty="0" smtClean="0">
              <a:ea typeface="Calibri"/>
              <a:cs typeface="Times New Roman"/>
            </a:endParaRPr>
          </a:p>
          <a:p>
            <a:pPr algn="just"/>
            <a:endParaRPr lang="en-US" sz="3100" dirty="0">
              <a:ea typeface="Calibri"/>
              <a:cs typeface="Times New Roman"/>
            </a:endParaRP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43F6D587-130B-8C87-C4ED-1207610C94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90632" y="5291624"/>
            <a:ext cx="13738228" cy="2092487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203794" tIns="203794" rIns="203794" bIns="203794" anchor="t">
            <a:spAutoFit/>
          </a:bodyPr>
          <a:lstStyle/>
          <a:p>
            <a:pPr algn="just"/>
            <a:endParaRPr lang="en-US" sz="3100" dirty="0" smtClean="0">
              <a:solidFill>
                <a:srgbClr val="000000"/>
              </a:solidFill>
              <a:latin typeface="+mn-lt"/>
              <a:ea typeface="Calibri"/>
            </a:endParaRPr>
          </a:p>
          <a:p>
            <a:pPr algn="just"/>
            <a:endParaRPr lang="en-US" sz="3100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 smtClean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 smtClean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b="1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b="1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b="1" dirty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b="1" dirty="0" smtClean="0">
              <a:solidFill>
                <a:srgbClr val="000000"/>
              </a:solidFill>
              <a:latin typeface="+mn-lt"/>
              <a:ea typeface="Calibri"/>
              <a:cs typeface="Times New Roman"/>
            </a:endParaRPr>
          </a:p>
          <a:p>
            <a:pPr algn="just"/>
            <a:endParaRPr lang="en-US" sz="3100" b="1" dirty="0">
              <a:ea typeface="Calibri"/>
              <a:cs typeface="Times New Roman"/>
            </a:endParaRPr>
          </a:p>
          <a:p>
            <a:pPr algn="just"/>
            <a:endParaRPr lang="en-US" sz="3100" dirty="0">
              <a:latin typeface="Times New Roman"/>
              <a:ea typeface="Calibri"/>
              <a:cs typeface="Times New Roman"/>
            </a:endParaRPr>
          </a:p>
          <a:p>
            <a:pPr algn="just"/>
            <a:endParaRPr lang="en-US" sz="3100" b="1" dirty="0">
              <a:ea typeface="Calibri"/>
              <a:cs typeface="Times New Roman"/>
            </a:endParaRPr>
          </a:p>
          <a:p>
            <a:pPr algn="just"/>
            <a:endParaRPr lang="en-US" sz="3100" b="1" dirty="0">
              <a:ea typeface="Calibri"/>
              <a:cs typeface="Times New Roman"/>
            </a:endParaRPr>
          </a:p>
          <a:p>
            <a:pPr algn="just"/>
            <a:endParaRPr lang="en-US" sz="3100" b="1" dirty="0">
              <a:ea typeface="Calibri"/>
              <a:cs typeface="Times New Roman"/>
            </a:endParaRPr>
          </a:p>
          <a:p>
            <a:pPr algn="just"/>
            <a:endParaRPr lang="en-US" sz="3100" b="1" dirty="0">
              <a:ea typeface="Calibri"/>
              <a:cs typeface="Times New Roman"/>
            </a:endParaRPr>
          </a:p>
          <a:p>
            <a:pPr algn="just"/>
            <a:endParaRPr lang="en-US" sz="3100" b="1" dirty="0">
              <a:ea typeface="Calibri"/>
              <a:cs typeface="Times New Roman"/>
            </a:endParaRPr>
          </a:p>
          <a:p>
            <a:pPr algn="just"/>
            <a:endParaRPr lang="en-US" sz="3100" b="1" dirty="0">
              <a:ea typeface="Calibri"/>
              <a:cs typeface="Times New Roman"/>
            </a:endParaRPr>
          </a:p>
          <a:p>
            <a:pPr algn="just"/>
            <a:endParaRPr lang="en-US" sz="3100" b="1" dirty="0">
              <a:ea typeface="Calibri"/>
              <a:cs typeface="Times New Roman"/>
            </a:endParaRPr>
          </a:p>
          <a:p>
            <a:pPr algn="just"/>
            <a:endParaRPr lang="en-US" sz="3100" b="1" dirty="0">
              <a:ea typeface="Calibri"/>
              <a:cs typeface="Times New Roman"/>
            </a:endParaRPr>
          </a:p>
          <a:p>
            <a:pPr algn="just"/>
            <a:endParaRPr lang="en-US" sz="3100" dirty="0">
              <a:ea typeface="Calibri"/>
              <a:cs typeface="Times New Roman"/>
            </a:endParaRPr>
          </a:p>
          <a:p>
            <a:pPr algn="just"/>
            <a:endParaRPr lang="en-US" sz="3100" dirty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8448225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287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7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287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7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438A527C667FC42B875C35EFF5DBCCA" ma:contentTypeVersion="10" ma:contentTypeDescription="Create a new document." ma:contentTypeScope="" ma:versionID="a4db92ec4769b2dc704b1a0b6ad407f6">
  <xsd:schema xmlns:xsd="http://www.w3.org/2001/XMLSchema" xmlns:xs="http://www.w3.org/2001/XMLSchema" xmlns:p="http://schemas.microsoft.com/office/2006/metadata/properties" xmlns:ns2="ef31f160-6f78-41b5-a79c-54e69d747dcc" xmlns:ns3="0ffb3011-b816-453c-9c2a-490f32c590ad" targetNamespace="http://schemas.microsoft.com/office/2006/metadata/properties" ma:root="true" ma:fieldsID="d55346c77cffa17c69ded0ee115fd0b6" ns2:_="" ns3:_="">
    <xsd:import namespace="ef31f160-6f78-41b5-a79c-54e69d747dcc"/>
    <xsd:import namespace="0ffb3011-b816-453c-9c2a-490f32c590a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31f160-6f78-41b5-a79c-54e69d747d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fb3011-b816-453c-9c2a-490f32c590ad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7AEFE85-8E3B-4626-9020-EF35760425A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04D25DA-39EA-4C45-B715-FFECD72DF5D8}">
  <ds:schemaRefs>
    <ds:schemaRef ds:uri="0ffb3011-b816-453c-9c2a-490f32c590ad"/>
    <ds:schemaRef ds:uri="ef31f160-6f78-41b5-a79c-54e69d747dc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F7B9CFC-C417-42AD-9799-B244E5710614}">
  <ds:schemaRefs>
    <ds:schemaRef ds:uri="0ffb3011-b816-453c-9c2a-490f32c590ad"/>
    <ds:schemaRef ds:uri="ef31f160-6f78-41b5-a79c-54e69d747dc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0</TotalTime>
  <Words>79</Words>
  <Application>Microsoft Office PowerPoint</Application>
  <PresentationFormat>Custom</PresentationFormat>
  <Paragraphs>144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Times New Roman</vt:lpstr>
      <vt:lpstr>Vrinda</vt:lpstr>
      <vt:lpstr>Blank Presentation</vt:lpstr>
      <vt:lpstr>PowerPoint Presentation</vt:lpstr>
    </vt:vector>
  </TitlesOfParts>
  <Company>UNSW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VINCI 42x72 Poster Template</dc:title>
  <dc:creator>Medical Illustration Unit</dc:creator>
  <cp:lastModifiedBy>Taylor, Loni S</cp:lastModifiedBy>
  <cp:revision>3</cp:revision>
  <cp:lastPrinted>2011-06-18T23:42:16Z</cp:lastPrinted>
  <dcterms:created xsi:type="dcterms:W3CDTF">1997-10-24T05:44:18Z</dcterms:created>
  <dcterms:modified xsi:type="dcterms:W3CDTF">2025-07-14T18:44:40Z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0x0101000438A527C667FC42B875C35EFF5DBCCA</vt:lpwstr>
  </property>
</Properties>
</file>