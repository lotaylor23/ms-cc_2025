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43891200" cy="32918400"/>
  <p:notesSz cx="120396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36865" indent="93574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76070" indent="187147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015274" indent="280721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54479" indent="376634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3368650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4042380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4716109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5389839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50" userDrawn="1">
          <p15:clr>
            <a:srgbClr val="A4A3A4"/>
          </p15:clr>
        </p15:guide>
        <p15:guide id="2" orient="horz" pos="10466" userDrawn="1">
          <p15:clr>
            <a:srgbClr val="A4A3A4"/>
          </p15:clr>
        </p15:guide>
        <p15:guide id="3" orient="horz" pos="478" userDrawn="1">
          <p15:clr>
            <a:srgbClr val="A4A3A4"/>
          </p15:clr>
        </p15:guide>
        <p15:guide id="4" pos="699" userDrawn="1">
          <p15:clr>
            <a:srgbClr val="A4A3A4"/>
          </p15:clr>
        </p15:guide>
        <p15:guide id="5" userDrawn="1">
          <p15:clr>
            <a:srgbClr val="A4A3A4"/>
          </p15:clr>
        </p15:guide>
        <p15:guide id="6" pos="13865" userDrawn="1">
          <p15:clr>
            <a:srgbClr val="A4A3A4"/>
          </p15:clr>
        </p15:guide>
        <p15:guide id="7" pos="27648" userDrawn="1">
          <p15:clr>
            <a:srgbClr val="A4A3A4"/>
          </p15:clr>
        </p15:guide>
        <p15:guide id="8" pos="270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37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1142"/>
    <a:srgbClr val="FFFFFF"/>
    <a:srgbClr val="700000"/>
    <a:srgbClr val="820000"/>
    <a:srgbClr val="CCECFF"/>
    <a:srgbClr val="FF8181"/>
    <a:srgbClr val="BC0000"/>
    <a:srgbClr val="115794"/>
    <a:srgbClr val="0033CC"/>
    <a:srgbClr val="185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F2FFE-6F4E-8194-4F8E-F2A583E6D01D}" v="55" dt="2025-05-27T21:13:35.253"/>
    <p1510:client id="{C04156EE-1174-74E5-617B-0042BAB6D855}" v="2" dt="2025-05-27T15:47:17.084"/>
    <p1510:client id="{D3252CF8-F6B0-D7F5-377A-14DB94D5878E}" v="855" dt="2025-05-27T18:49:39.644"/>
    <p1510:client id="{D929BC40-8D15-6948-1721-AC5F0E8A1FA1}" v="963" dt="2025-05-26T20:54:30.222"/>
    <p1510:client id="{DCA3A202-B3FB-6DBE-8F3C-354293B78DFB}" v="21" dt="2025-05-27T21:54:31.374"/>
    <p1510:client id="{EF27B355-ABB4-8046-4CBC-2C4726EDBE2B}" v="386" dt="2025-05-27T21:51:55.5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28" autoAdjust="0"/>
  </p:normalViewPr>
  <p:slideViewPr>
    <p:cSldViewPr snapToGrid="0">
      <p:cViewPr varScale="1">
        <p:scale>
          <a:sx n="22" d="100"/>
          <a:sy n="22" d="100"/>
        </p:scale>
        <p:origin x="1770" y="96"/>
      </p:cViewPr>
      <p:guideLst>
        <p:guide orient="horz" pos="20350"/>
        <p:guide orient="horz" pos="10466"/>
        <p:guide orient="horz" pos="478"/>
        <p:guide pos="699"/>
        <p:guide/>
        <p:guide pos="13865"/>
        <p:guide pos="27648"/>
        <p:guide pos="270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208"/>
        <p:guide pos="379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200094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760639" y="0"/>
            <a:ext cx="5326799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641"/>
            <a:ext cx="5200094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760639" y="6659641"/>
            <a:ext cx="5326799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fld id="{9D45C91A-22C9-4217-9B79-F8ACF32ABE2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6772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200094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6760639" y="0"/>
            <a:ext cx="5326799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3863" y="523875"/>
            <a:ext cx="3497262" cy="2622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560546" y="3355560"/>
            <a:ext cx="8835763" cy="314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9641"/>
            <a:ext cx="5200094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760639" y="6659641"/>
            <a:ext cx="5326799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fld id="{FC06D676-8752-49C8-9FAB-90E6A004A6D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5357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36865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7607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015274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54479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694618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33540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72464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11387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5450" y="523875"/>
            <a:ext cx="3494088" cy="2622550"/>
          </a:xfrm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1051165"/>
            <a:fld id="{D4EBC6C9-D612-4574-B768-B5B932D90B52}" type="slidenum">
              <a:rPr lang="en-US" smtClean="0"/>
              <a:pPr defTabSz="1051165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576" y="10226679"/>
            <a:ext cx="37308062" cy="7054848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142" y="18653133"/>
            <a:ext cx="30724930" cy="8413750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 algn="ctr">
              <a:buNone/>
              <a:defRPr/>
            </a:lvl1pPr>
            <a:lvl2pPr marL="338844" indent="0" algn="ctr">
              <a:buNone/>
              <a:defRPr/>
            </a:lvl2pPr>
            <a:lvl3pPr marL="677687" indent="0" algn="ctr">
              <a:buNone/>
              <a:defRPr/>
            </a:lvl3pPr>
            <a:lvl4pPr marL="1016531" indent="0" algn="ctr">
              <a:buNone/>
              <a:defRPr/>
            </a:lvl4pPr>
            <a:lvl5pPr marL="1355374" indent="0" algn="ctr">
              <a:buNone/>
              <a:defRPr/>
            </a:lvl5pPr>
            <a:lvl6pPr marL="1694218" indent="0" algn="ctr">
              <a:buNone/>
              <a:defRPr/>
            </a:lvl6pPr>
            <a:lvl7pPr marL="2033062" indent="0" algn="ctr">
              <a:buNone/>
              <a:defRPr/>
            </a:lvl7pPr>
            <a:lvl8pPr marL="2371905" indent="0" algn="ctr">
              <a:buNone/>
              <a:defRPr/>
            </a:lvl8pPr>
            <a:lvl9pPr marL="271074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10C4D472-2291-493F-A0F3-E4A349B29C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422" y="9509132"/>
            <a:ext cx="37308370" cy="19751673"/>
          </a:xfrm>
          <a:prstGeom prst="rect">
            <a:avLst/>
          </a:prstGeom>
        </p:spPr>
        <p:txBody>
          <a:bodyPr lIns="134746" tIns="67373" rIns="134746" bIns="673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5A3B9C71-B29C-4F81-BF88-DBC4BFAB5E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5" y="21153446"/>
            <a:ext cx="37308062" cy="6537327"/>
          </a:xfrm>
          <a:prstGeom prst="rect">
            <a:avLst/>
          </a:prstGeom>
        </p:spPr>
        <p:txBody>
          <a:bodyPr lIns="134746" tIns="67373" rIns="134746" bIns="67373" anchor="t"/>
          <a:lstStyle>
            <a:lvl1pPr algn="l">
              <a:defRPr sz="29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5" y="13952543"/>
            <a:ext cx="37308062" cy="7200900"/>
          </a:xfrm>
          <a:prstGeom prst="rect">
            <a:avLst/>
          </a:prstGeom>
        </p:spPr>
        <p:txBody>
          <a:bodyPr lIns="134746" tIns="67373" rIns="134746" bIns="67373" anchor="b"/>
          <a:lstStyle>
            <a:lvl1pPr marL="0" indent="0">
              <a:buNone/>
              <a:defRPr sz="1502"/>
            </a:lvl1pPr>
            <a:lvl2pPr marL="338844" indent="0">
              <a:buNone/>
              <a:defRPr sz="1303"/>
            </a:lvl2pPr>
            <a:lvl3pPr marL="677687" indent="0">
              <a:buNone/>
              <a:defRPr sz="1200"/>
            </a:lvl3pPr>
            <a:lvl4pPr marL="1016531" indent="0">
              <a:buNone/>
              <a:defRPr sz="1001"/>
            </a:lvl4pPr>
            <a:lvl5pPr marL="1355374" indent="0">
              <a:buNone/>
              <a:defRPr sz="1001"/>
            </a:lvl5pPr>
            <a:lvl6pPr marL="1694218" indent="0">
              <a:buNone/>
              <a:defRPr sz="1001"/>
            </a:lvl6pPr>
            <a:lvl7pPr marL="2033062" indent="0">
              <a:buNone/>
              <a:defRPr sz="1001"/>
            </a:lvl7pPr>
            <a:lvl8pPr marL="2371905" indent="0">
              <a:buNone/>
              <a:defRPr sz="1001"/>
            </a:lvl8pPr>
            <a:lvl9pPr marL="2710749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2E0738E3-046E-4E8D-ADFC-98F99CCB3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2931" y="9509128"/>
            <a:ext cx="18587355" cy="19751678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2098"/>
            </a:lvl1pPr>
            <a:lvl2pPr>
              <a:defRPr sz="1797"/>
            </a:lvl2pPr>
            <a:lvl3pPr>
              <a:defRPr sz="1502"/>
            </a:lvl3pPr>
            <a:lvl4pPr>
              <a:defRPr sz="1303"/>
            </a:lvl4pPr>
            <a:lvl5pPr>
              <a:defRPr sz="1303"/>
            </a:lvl5pPr>
            <a:lvl6pPr>
              <a:defRPr sz="1303"/>
            </a:lvl6pPr>
            <a:lvl7pPr>
              <a:defRPr sz="1303"/>
            </a:lvl7pPr>
            <a:lvl8pPr>
              <a:defRPr sz="1303"/>
            </a:lvl8pPr>
            <a:lvl9pPr>
              <a:defRPr sz="13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0915" y="9509128"/>
            <a:ext cx="18587355" cy="19751678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2098"/>
            </a:lvl1pPr>
            <a:lvl2pPr>
              <a:defRPr sz="1797"/>
            </a:lvl2pPr>
            <a:lvl3pPr>
              <a:defRPr sz="1502"/>
            </a:lvl3pPr>
            <a:lvl4pPr>
              <a:defRPr sz="1303"/>
            </a:lvl4pPr>
            <a:lvl5pPr>
              <a:defRPr sz="1303"/>
            </a:lvl5pPr>
            <a:lvl6pPr>
              <a:defRPr sz="1303"/>
            </a:lvl6pPr>
            <a:lvl7pPr>
              <a:defRPr sz="1303"/>
            </a:lvl7pPr>
            <a:lvl8pPr>
              <a:defRPr sz="1303"/>
            </a:lvl8pPr>
            <a:lvl9pPr>
              <a:defRPr sz="13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C3EB8406-0DF3-4E92-AFDF-A997B1A17B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8" y="1317626"/>
            <a:ext cx="39501538" cy="5486400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845" y="7369179"/>
            <a:ext cx="19392898" cy="3070224"/>
          </a:xfrm>
          <a:prstGeom prst="rect">
            <a:avLst/>
          </a:prstGeom>
        </p:spPr>
        <p:txBody>
          <a:bodyPr lIns="134746" tIns="67373" rIns="134746" bIns="67373" anchor="b"/>
          <a:lstStyle>
            <a:lvl1pPr marL="0" indent="0">
              <a:buNone/>
              <a:defRPr sz="1797" b="1"/>
            </a:lvl1pPr>
            <a:lvl2pPr marL="338844" indent="0">
              <a:buNone/>
              <a:defRPr sz="1502" b="1"/>
            </a:lvl2pPr>
            <a:lvl3pPr marL="677687" indent="0">
              <a:buNone/>
              <a:defRPr sz="1303" b="1"/>
            </a:lvl3pPr>
            <a:lvl4pPr marL="1016531" indent="0">
              <a:buNone/>
              <a:defRPr sz="1200" b="1"/>
            </a:lvl4pPr>
            <a:lvl5pPr marL="1355374" indent="0">
              <a:buNone/>
              <a:defRPr sz="1200" b="1"/>
            </a:lvl5pPr>
            <a:lvl6pPr marL="1694218" indent="0">
              <a:buNone/>
              <a:defRPr sz="1200" b="1"/>
            </a:lvl6pPr>
            <a:lvl7pPr marL="2033062" indent="0">
              <a:buNone/>
              <a:defRPr sz="1200" b="1"/>
            </a:lvl7pPr>
            <a:lvl8pPr marL="2371905" indent="0">
              <a:buNone/>
              <a:defRPr sz="1200" b="1"/>
            </a:lvl8pPr>
            <a:lvl9pPr marL="271074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845" y="10439408"/>
            <a:ext cx="19392898" cy="18965865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1797"/>
            </a:lvl1pPr>
            <a:lvl2pPr>
              <a:defRPr sz="1502"/>
            </a:lvl2pPr>
            <a:lvl3pPr>
              <a:defRPr sz="130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665" y="7369179"/>
            <a:ext cx="19399707" cy="3070224"/>
          </a:xfrm>
          <a:prstGeom prst="rect">
            <a:avLst/>
          </a:prstGeom>
        </p:spPr>
        <p:txBody>
          <a:bodyPr lIns="134746" tIns="67373" rIns="134746" bIns="67373" anchor="b"/>
          <a:lstStyle>
            <a:lvl1pPr marL="0" indent="0">
              <a:buNone/>
              <a:defRPr sz="1797" b="1"/>
            </a:lvl1pPr>
            <a:lvl2pPr marL="338844" indent="0">
              <a:buNone/>
              <a:defRPr sz="1502" b="1"/>
            </a:lvl2pPr>
            <a:lvl3pPr marL="677687" indent="0">
              <a:buNone/>
              <a:defRPr sz="1303" b="1"/>
            </a:lvl3pPr>
            <a:lvl4pPr marL="1016531" indent="0">
              <a:buNone/>
              <a:defRPr sz="1200" b="1"/>
            </a:lvl4pPr>
            <a:lvl5pPr marL="1355374" indent="0">
              <a:buNone/>
              <a:defRPr sz="1200" b="1"/>
            </a:lvl5pPr>
            <a:lvl6pPr marL="1694218" indent="0">
              <a:buNone/>
              <a:defRPr sz="1200" b="1"/>
            </a:lvl6pPr>
            <a:lvl7pPr marL="2033062" indent="0">
              <a:buNone/>
              <a:defRPr sz="1200" b="1"/>
            </a:lvl7pPr>
            <a:lvl8pPr marL="2371905" indent="0">
              <a:buNone/>
              <a:defRPr sz="1200" b="1"/>
            </a:lvl8pPr>
            <a:lvl9pPr marL="271074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665" y="10439408"/>
            <a:ext cx="19399707" cy="18965865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1797"/>
            </a:lvl1pPr>
            <a:lvl2pPr>
              <a:defRPr sz="1502"/>
            </a:lvl2pPr>
            <a:lvl3pPr>
              <a:defRPr sz="130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34162124-37A4-4D53-BA1C-3F9E160AA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031DC3CC-686C-4016-884D-410E5BD71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8" y="1311278"/>
            <a:ext cx="14439902" cy="5576889"/>
          </a:xfrm>
          <a:prstGeom prst="rect">
            <a:avLst/>
          </a:prstGeom>
        </p:spPr>
        <p:txBody>
          <a:bodyPr lIns="134746" tIns="67373" rIns="134746" bIns="67373" anchor="b"/>
          <a:lstStyle>
            <a:lvl1pPr algn="l">
              <a:defRPr sz="150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969" y="1311280"/>
            <a:ext cx="24536400" cy="28093989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2400"/>
            </a:lvl1pPr>
            <a:lvl2pPr>
              <a:defRPr sz="2098"/>
            </a:lvl2pPr>
            <a:lvl3pPr>
              <a:defRPr sz="1797"/>
            </a:lvl3pPr>
            <a:lvl4pPr>
              <a:defRPr sz="1502"/>
            </a:lvl4pPr>
            <a:lvl5pPr>
              <a:defRPr sz="1502"/>
            </a:lvl5pPr>
            <a:lvl6pPr>
              <a:defRPr sz="1502"/>
            </a:lvl6pPr>
            <a:lvl7pPr>
              <a:defRPr sz="1502"/>
            </a:lvl7pPr>
            <a:lvl8pPr>
              <a:defRPr sz="1502"/>
            </a:lvl8pPr>
            <a:lvl9pPr>
              <a:defRPr sz="15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838" y="6888165"/>
            <a:ext cx="14439902" cy="22517100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>
              <a:buNone/>
              <a:defRPr sz="1001"/>
            </a:lvl1pPr>
            <a:lvl2pPr marL="338844" indent="0">
              <a:buNone/>
              <a:defRPr sz="898"/>
            </a:lvl2pPr>
            <a:lvl3pPr marL="677687" indent="0">
              <a:buNone/>
              <a:defRPr sz="699"/>
            </a:lvl3pPr>
            <a:lvl4pPr marL="1016531" indent="0">
              <a:buNone/>
              <a:defRPr sz="686"/>
            </a:lvl4pPr>
            <a:lvl5pPr marL="1355374" indent="0">
              <a:buNone/>
              <a:defRPr sz="686"/>
            </a:lvl5pPr>
            <a:lvl6pPr marL="1694218" indent="0">
              <a:buNone/>
              <a:defRPr sz="686"/>
            </a:lvl6pPr>
            <a:lvl7pPr marL="2033062" indent="0">
              <a:buNone/>
              <a:defRPr sz="686"/>
            </a:lvl7pPr>
            <a:lvl8pPr marL="2371905" indent="0">
              <a:buNone/>
              <a:defRPr sz="686"/>
            </a:lvl8pPr>
            <a:lvl9pPr marL="2710749" indent="0">
              <a:buNone/>
              <a:defRPr sz="6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C612A6B2-369A-4614-B3A5-3669064C41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440" y="23042566"/>
            <a:ext cx="26335262" cy="2720978"/>
          </a:xfrm>
          <a:prstGeom prst="rect">
            <a:avLst/>
          </a:prstGeom>
        </p:spPr>
        <p:txBody>
          <a:bodyPr lIns="134746" tIns="67373" rIns="134746" bIns="67373" anchor="b"/>
          <a:lstStyle>
            <a:lvl1pPr algn="l">
              <a:defRPr sz="150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440" y="2941646"/>
            <a:ext cx="26335262" cy="19750089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>
              <a:buNone/>
              <a:defRPr sz="2400"/>
            </a:lvl1pPr>
            <a:lvl2pPr marL="338844" indent="0">
              <a:buNone/>
              <a:defRPr sz="2098"/>
            </a:lvl2pPr>
            <a:lvl3pPr marL="677687" indent="0">
              <a:buNone/>
              <a:defRPr sz="1797"/>
            </a:lvl3pPr>
            <a:lvl4pPr marL="1016531" indent="0">
              <a:buNone/>
              <a:defRPr sz="1502"/>
            </a:lvl4pPr>
            <a:lvl5pPr marL="1355374" indent="0">
              <a:buNone/>
              <a:defRPr sz="1502"/>
            </a:lvl5pPr>
            <a:lvl6pPr marL="1694218" indent="0">
              <a:buNone/>
              <a:defRPr sz="1502"/>
            </a:lvl6pPr>
            <a:lvl7pPr marL="2033062" indent="0">
              <a:buNone/>
              <a:defRPr sz="1502"/>
            </a:lvl7pPr>
            <a:lvl8pPr marL="2371905" indent="0">
              <a:buNone/>
              <a:defRPr sz="1502"/>
            </a:lvl8pPr>
            <a:lvl9pPr marL="2710749" indent="0">
              <a:buNone/>
              <a:defRPr sz="1502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440" y="25763540"/>
            <a:ext cx="26335262" cy="3862389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>
              <a:buNone/>
              <a:defRPr sz="1001"/>
            </a:lvl1pPr>
            <a:lvl2pPr marL="338844" indent="0">
              <a:buNone/>
              <a:defRPr sz="898"/>
            </a:lvl2pPr>
            <a:lvl3pPr marL="677687" indent="0">
              <a:buNone/>
              <a:defRPr sz="699"/>
            </a:lvl3pPr>
            <a:lvl4pPr marL="1016531" indent="0">
              <a:buNone/>
              <a:defRPr sz="686"/>
            </a:lvl4pPr>
            <a:lvl5pPr marL="1355374" indent="0">
              <a:buNone/>
              <a:defRPr sz="686"/>
            </a:lvl5pPr>
            <a:lvl6pPr marL="1694218" indent="0">
              <a:buNone/>
              <a:defRPr sz="686"/>
            </a:lvl6pPr>
            <a:lvl7pPr marL="2033062" indent="0">
              <a:buNone/>
              <a:defRPr sz="686"/>
            </a:lvl7pPr>
            <a:lvl8pPr marL="2371905" indent="0">
              <a:buNone/>
              <a:defRPr sz="686"/>
            </a:lvl8pPr>
            <a:lvl9pPr marL="2710749" indent="0">
              <a:buNone/>
              <a:defRPr sz="6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840E7502-E38D-486A-8D9E-ECF7517349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1422" y="9509132"/>
            <a:ext cx="37308370" cy="19751673"/>
          </a:xfrm>
          <a:prstGeom prst="rect">
            <a:avLst/>
          </a:prstGeom>
        </p:spPr>
        <p:txBody>
          <a:bodyPr vert="eaVert" lIns="134746" tIns="67373" rIns="134746" bIns="673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88030581-1F4C-4C45-8BD1-E725ABA48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1942" y="2925769"/>
            <a:ext cx="9326338" cy="26335039"/>
          </a:xfrm>
          <a:prstGeom prst="rect">
            <a:avLst/>
          </a:prstGeom>
        </p:spPr>
        <p:txBody>
          <a:bodyPr vert="eaVert"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2931" y="2925769"/>
            <a:ext cx="27848379" cy="26335039"/>
          </a:xfrm>
          <a:prstGeom prst="rect">
            <a:avLst/>
          </a:prstGeom>
        </p:spPr>
        <p:txBody>
          <a:bodyPr vert="eaVert" lIns="134746" tIns="67373" rIns="134746" bIns="673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15F255C3-DF09-4679-92FE-027CA82A8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70C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1143000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11734804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22326600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32918404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0" y="0"/>
            <a:ext cx="43891200" cy="32918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+mj-lt"/>
          <a:ea typeface="+mj-ea"/>
          <a:cs typeface="+mj-cs"/>
        </a:defRPr>
      </a:lvl1pPr>
      <a:lvl2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2pPr>
      <a:lvl3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3pPr>
      <a:lvl4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4pPr>
      <a:lvl5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5pPr>
      <a:lvl6pPr marL="338844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6pPr>
      <a:lvl7pPr marL="677687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7pPr>
      <a:lvl8pPr marL="1016531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8pPr>
      <a:lvl9pPr marL="1355374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9pPr>
    </p:titleStyle>
    <p:bodyStyle>
      <a:lvl1pPr marL="1333109" indent="-1333109" algn="l" defTabSz="3557299" rtl="0" eaLnBrk="0" fontAlgn="base" hangingPunct="0">
        <a:spcBef>
          <a:spcPct val="20000"/>
        </a:spcBef>
        <a:spcAft>
          <a:spcPct val="0"/>
        </a:spcAft>
        <a:buChar char="•"/>
        <a:defRPr sz="12398">
          <a:solidFill>
            <a:schemeClr val="tx1"/>
          </a:solidFill>
          <a:latin typeface="+mn-lt"/>
          <a:ea typeface="+mn-ea"/>
          <a:cs typeface="+mn-cs"/>
        </a:defRPr>
      </a:lvl1pPr>
      <a:lvl2pPr marL="2890748" indent="-1110926" algn="l" defTabSz="3557299" rtl="0" eaLnBrk="0" fontAlgn="base" hangingPunct="0">
        <a:spcBef>
          <a:spcPct val="20000"/>
        </a:spcBef>
        <a:spcAft>
          <a:spcPct val="0"/>
        </a:spcAft>
        <a:buChar char="–"/>
        <a:defRPr sz="10896">
          <a:solidFill>
            <a:schemeClr val="tx1"/>
          </a:solidFill>
          <a:latin typeface="+mn-lt"/>
        </a:defRPr>
      </a:lvl2pPr>
      <a:lvl3pPr marL="4448379" indent="-886404" algn="l" defTabSz="3557299" rtl="0" eaLnBrk="0" fontAlgn="base" hangingPunct="0">
        <a:spcBef>
          <a:spcPct val="20000"/>
        </a:spcBef>
        <a:spcAft>
          <a:spcPct val="0"/>
        </a:spcAft>
        <a:buChar char="•"/>
        <a:defRPr sz="9401">
          <a:solidFill>
            <a:schemeClr val="tx1"/>
          </a:solidFill>
          <a:latin typeface="+mn-lt"/>
        </a:defRPr>
      </a:lvl3pPr>
      <a:lvl4pPr marL="6225863" indent="-886404" algn="l" defTabSz="3557299" rtl="0" eaLnBrk="0" fontAlgn="base" hangingPunct="0">
        <a:spcBef>
          <a:spcPct val="20000"/>
        </a:spcBef>
        <a:spcAft>
          <a:spcPct val="0"/>
        </a:spcAft>
        <a:buChar char="–"/>
        <a:defRPr sz="7797">
          <a:solidFill>
            <a:schemeClr val="tx1"/>
          </a:solidFill>
          <a:latin typeface="+mn-lt"/>
        </a:defRPr>
      </a:lvl4pPr>
      <a:lvl5pPr marL="8005685" indent="-886404" algn="l" defTabSz="3557299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5pPr>
      <a:lvl6pPr marL="8346380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6pPr>
      <a:lvl7pPr marL="8685223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7pPr>
      <a:lvl8pPr marL="9024067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8pPr>
      <a:lvl9pPr marL="9362911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1pPr>
      <a:lvl2pPr marL="338844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2pPr>
      <a:lvl3pPr marL="677687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3pPr>
      <a:lvl4pPr marL="1016531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4pPr>
      <a:lvl5pPr marL="1355374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5pPr>
      <a:lvl6pPr marL="1694218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6pPr>
      <a:lvl7pPr marL="2033062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7pPr>
      <a:lvl8pPr marL="2371905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8pPr>
      <a:lvl9pPr marL="2710749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8200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CC09DB3F-D245-4513-8876-B6C4C0CF4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96" y="14258914"/>
            <a:ext cx="13851797" cy="213511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marL="457200" indent="-457200" algn="just">
              <a:buFont typeface="Arial,Sans-Serif"/>
              <a:buChar char="•"/>
            </a:pPr>
            <a:r>
              <a:rPr lang="en-US" sz="3100" dirty="0" smtClean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Modeling </a:t>
            </a:r>
            <a:r>
              <a:rPr lang="en-US" sz="31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the interactions between animals and ecosystem, such as mammals, to understand population dynamics -&gt;  Using complex computational simulations to predict long-term environmental changes and impact on population dynamics. </a:t>
            </a:r>
          </a:p>
          <a:p>
            <a:pPr algn="just"/>
            <a:endParaRPr lang="en-US" dirty="0">
              <a:latin typeface="Times New Roman"/>
              <a:ea typeface="Calibri"/>
            </a:endParaRPr>
          </a:p>
        </p:txBody>
      </p:sp>
      <p:sp>
        <p:nvSpPr>
          <p:cNvPr id="317" name="Text Box 6">
            <a:extLst>
              <a:ext uri="{FF2B5EF4-FFF2-40B4-BE49-F238E27FC236}">
                <a16:creationId xmlns:a16="http://schemas.microsoft.com/office/drawing/2014/main" id="{ADCE5573-F36A-40CA-B9C0-8727D8732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73" y="27075962"/>
            <a:ext cx="13846850" cy="233517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r>
              <a:rPr lang="en-US" sz="3200" b="1" dirty="0" smtClean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Project 1 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-&gt; Machine Learning: </a:t>
            </a:r>
            <a:r>
              <a:rPr lang="en-US" sz="31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Data Collection, Integration and Preprocessing -&gt; Feature Engineering for Machine Learning Models -&gt; Machine Learning, Atmospheric Variances and Mammal Behavior Mapping -&gt; Statistical Analysis -&gt; Visualization</a:t>
            </a:r>
            <a:r>
              <a:rPr lang="en-US" sz="3100" dirty="0" smtClean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dirty="0">
              <a:ea typeface="Calibri"/>
            </a:endParaRPr>
          </a:p>
        </p:txBody>
      </p:sp>
      <p:sp>
        <p:nvSpPr>
          <p:cNvPr id="1031" name="TextBox 2"/>
          <p:cNvSpPr txBox="1">
            <a:spLocks noChangeArrowheads="1"/>
          </p:cNvSpPr>
          <p:nvPr/>
        </p:nvSpPr>
        <p:spPr bwMode="auto">
          <a:xfrm>
            <a:off x="1533041" y="17874"/>
            <a:ext cx="34554695" cy="40779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86606" tIns="43303" rIns="86606" bIns="43303" anchor="t"/>
          <a:lstStyle/>
          <a:p>
            <a:pPr algn="ctr">
              <a:spcBef>
                <a:spcPts val="0"/>
              </a:spcBef>
            </a:pPr>
            <a:r>
              <a:rPr lang="en-US" sz="8400" b="1" dirty="0" smtClean="0">
                <a:latin typeface="+mj-lt"/>
                <a:cs typeface="Calibri"/>
              </a:rPr>
              <a:t>Student </a:t>
            </a:r>
            <a:r>
              <a:rPr lang="en-US" sz="8400" b="1" dirty="0">
                <a:latin typeface="+mj-lt"/>
                <a:cs typeface="Calibri"/>
              </a:rPr>
              <a:t>Research</a:t>
            </a:r>
            <a:r>
              <a:rPr lang="en-US" sz="8798" b="1" dirty="0">
                <a:latin typeface="+mj-lt"/>
                <a:cs typeface="Calibri"/>
              </a:rPr>
              <a:t> </a:t>
            </a:r>
          </a:p>
          <a:p>
            <a:pPr algn="ctr">
              <a:spcBef>
                <a:spcPts val="0"/>
              </a:spcBef>
            </a:pPr>
            <a:r>
              <a:rPr lang="en-US" sz="6000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Vrinda" panose="020B0502040204020203" pitchFamily="34" charset="0"/>
              </a:rPr>
              <a:t>Loni </a:t>
            </a:r>
            <a:r>
              <a:rPr lang="en-US" sz="6000" dirty="0" smtClean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Vrinda" panose="020B0502040204020203" pitchFamily="34" charset="0"/>
              </a:rPr>
              <a:t>Taylor</a:t>
            </a:r>
            <a:endParaRPr lang="en-US" sz="2400" b="1" baseline="30000" dirty="0">
              <a:latin typeface="+mn-lt"/>
            </a:endParaRPr>
          </a:p>
          <a:p>
            <a:pPr algn="ctr">
              <a:spcBef>
                <a:spcPts val="0"/>
              </a:spcBef>
            </a:pPr>
            <a:r>
              <a:rPr lang="en-US" sz="6000" baseline="30000" dirty="0">
                <a:latin typeface="+mn-lt"/>
              </a:rPr>
              <a:t>Biomedical Data Sciences, Applied Computational Science and Data Science, </a:t>
            </a:r>
            <a:r>
              <a:rPr lang="en-US" sz="6000" baseline="30000" dirty="0" err="1">
                <a:latin typeface="+mn-lt"/>
              </a:rPr>
              <a:t>Meharry</a:t>
            </a:r>
            <a:r>
              <a:rPr lang="en-US" sz="6000" baseline="30000" dirty="0">
                <a:latin typeface="+mn-lt"/>
              </a:rPr>
              <a:t> Medical College</a:t>
            </a:r>
          </a:p>
          <a:p>
            <a:pPr algn="ctr">
              <a:spcBef>
                <a:spcPts val="0"/>
              </a:spcBef>
            </a:pPr>
            <a:r>
              <a:rPr lang="en-US" sz="6000" baseline="30000" dirty="0">
                <a:latin typeface="+mn-lt"/>
              </a:rPr>
              <a:t>(</a:t>
            </a:r>
            <a:r>
              <a:rPr lang="en-US" sz="6000" baseline="30000" dirty="0" smtClean="0">
                <a:latin typeface="+mn-lt"/>
              </a:rPr>
              <a:t>lotaylor23@mmc.edu)</a:t>
            </a:r>
            <a:r>
              <a:rPr lang="en-US" sz="6000" dirty="0" smtClean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Vrinda" panose="020B0502040204020203" pitchFamily="34" charset="0"/>
              </a:rPr>
              <a:t> </a:t>
            </a:r>
            <a:endParaRPr lang="en-US" sz="6000" baseline="30000" dirty="0">
              <a:latin typeface="+mn-lt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-455254" y="6892685"/>
            <a:ext cx="43891200" cy="3178"/>
          </a:xfrm>
          <a:prstGeom prst="line">
            <a:avLst/>
          </a:prstGeom>
          <a:ln w="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Text Box 6"/>
          <p:cNvSpPr txBox="1">
            <a:spLocks noChangeArrowheads="1"/>
          </p:cNvSpPr>
          <p:nvPr/>
        </p:nvSpPr>
        <p:spPr bwMode="auto">
          <a:xfrm>
            <a:off x="143044" y="5083805"/>
            <a:ext cx="13933577" cy="8886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100" dirty="0" smtClean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Project </a:t>
            </a:r>
            <a:r>
              <a:rPr lang="en-US" sz="31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925DD9-120F-44A0-8263-35115E070FED}"/>
              </a:ext>
            </a:extLst>
          </p:cNvPr>
          <p:cNvSpPr/>
          <p:nvPr/>
        </p:nvSpPr>
        <p:spPr>
          <a:xfrm>
            <a:off x="228972" y="4270117"/>
            <a:ext cx="13761720" cy="940787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INTRODUCTION &amp; MOTIVATION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33805F-CE5F-4A33-84F8-B07A1FA287E0}"/>
              </a:ext>
            </a:extLst>
          </p:cNvPr>
          <p:cNvSpPr/>
          <p:nvPr/>
        </p:nvSpPr>
        <p:spPr>
          <a:xfrm>
            <a:off x="30508006" y="4300063"/>
            <a:ext cx="13095361" cy="949216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pPr algn="ctr"/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Research Areas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19C911-B1BA-4D2A-9C55-D257B4345D34}"/>
              </a:ext>
            </a:extLst>
          </p:cNvPr>
          <p:cNvSpPr/>
          <p:nvPr/>
        </p:nvSpPr>
        <p:spPr>
          <a:xfrm>
            <a:off x="30714649" y="15734839"/>
            <a:ext cx="12865608" cy="914400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0">
                <a:latin typeface="Arial"/>
                <a:cs typeface="Arial"/>
              </a:rPr>
              <a:t>Author Bios</a:t>
            </a:r>
            <a:endParaRPr lang="en-US"/>
          </a:p>
        </p:txBody>
      </p:sp>
      <p:pic>
        <p:nvPicPr>
          <p:cNvPr id="43" name="Picture 42" descr="Logo&#10;&#10;Description automatically generated with low confidence">
            <a:extLst>
              <a:ext uri="{FF2B5EF4-FFF2-40B4-BE49-F238E27FC236}">
                <a16:creationId xmlns:a16="http://schemas.microsoft.com/office/drawing/2014/main" id="{0A757693-7ADC-447F-A8B2-761ED20F6C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1"/>
          <a:stretch/>
        </p:blipFill>
        <p:spPr>
          <a:xfrm>
            <a:off x="38212593" y="473748"/>
            <a:ext cx="5425353" cy="1323011"/>
          </a:xfrm>
          <a:prstGeom prst="rect">
            <a:avLst/>
          </a:prstGeom>
        </p:spPr>
      </p:pic>
      <p:sp>
        <p:nvSpPr>
          <p:cNvPr id="48" name="Text Box 6">
            <a:extLst>
              <a:ext uri="{FF2B5EF4-FFF2-40B4-BE49-F238E27FC236}">
                <a16:creationId xmlns:a16="http://schemas.microsoft.com/office/drawing/2014/main" id="{C9D2A8AE-EE40-4615-9CD9-C95D7A76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7364" y="16941852"/>
            <a:ext cx="12881298" cy="3766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r>
              <a:rPr lang="en-US" sz="3200" b="1" dirty="0" smtClean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Project 1 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-&gt; Loni Taylor: </a:t>
            </a:r>
            <a:r>
              <a:rPr lang="en-US" sz="31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Experience in education, project management, computational analysis, data systems engineering, and technology focused on driving digital transformation and using AI/ML in technology integration. Specializes in strategic planning, systems integration, and innovative tech solutions. Loni is currently a Ph.D. candidate in Biomedical Data Sciences at </a:t>
            </a:r>
            <a:r>
              <a:rPr lang="en-US" sz="31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Meharry</a:t>
            </a:r>
            <a:r>
              <a:rPr lang="en-US" sz="31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Medical College with a B.S. and a M.S. degree in Computer Science.  Her research focuses on task automation and adaptive learning</a:t>
            </a:r>
            <a:r>
              <a:rPr lang="en-US" sz="3100" dirty="0" smtClean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dirty="0">
              <a:cs typeface="Times New Roman" pitchFamily="18" charset="0"/>
            </a:endParaRPr>
          </a:p>
        </p:txBody>
      </p:sp>
      <p:pic>
        <p:nvPicPr>
          <p:cNvPr id="1026" name="Picture 2" descr="PRIMARY SACS SEAL 13B3 - Meharry Medical College">
            <a:extLst>
              <a:ext uri="{FF2B5EF4-FFF2-40B4-BE49-F238E27FC236}">
                <a16:creationId xmlns:a16="http://schemas.microsoft.com/office/drawing/2014/main" id="{D191927E-935A-488C-997F-93578D0F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4090" y="1822780"/>
            <a:ext cx="2129250" cy="21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DFAC870-23ED-4BA5-ABFE-C5E5035777C7}"/>
              </a:ext>
            </a:extLst>
          </p:cNvPr>
          <p:cNvSpPr/>
          <p:nvPr/>
        </p:nvSpPr>
        <p:spPr>
          <a:xfrm>
            <a:off x="30710358" y="26540400"/>
            <a:ext cx="12964408" cy="990909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52" name="Text Box 6">
            <a:extLst>
              <a:ext uri="{FF2B5EF4-FFF2-40B4-BE49-F238E27FC236}">
                <a16:creationId xmlns:a16="http://schemas.microsoft.com/office/drawing/2014/main" id="{131B06A8-EE26-473D-90D1-72BB94DA2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0358" y="27984788"/>
            <a:ext cx="12964408" cy="299689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Project 1</a:t>
            </a:r>
            <a:endParaRPr lang="en-US" dirty="0"/>
          </a:p>
          <a:p>
            <a:pPr marL="514350" indent="-514350" algn="just"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Gianpaolo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Coro, Pasquale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Bove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Ilaria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Baneschi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Andrea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Bertini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Lorenzo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Calvisi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and Antonello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Provenzale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 Climate change effects on animal presence in the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massaciuccoli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lake basin. Ecological informatics, 81(July 2024):102644–102644, May 2024</a:t>
            </a:r>
            <a:endParaRPr lang="en-US" dirty="0"/>
          </a:p>
          <a:p>
            <a:pPr marL="514350" indent="-514350" algn="just">
              <a:buFontTx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Project 3</a:t>
            </a:r>
            <a:endParaRPr lang="en-US" dirty="0"/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426ECCF6-2B56-43E1-90E7-9F9E71C83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0807" y="31702347"/>
            <a:ext cx="15659566" cy="90401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r>
              <a:rPr lang="en-US" sz="32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Project 3</a:t>
            </a:r>
            <a:r>
              <a:rPr lang="en-US" sz="3200" b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: </a:t>
            </a:r>
            <a:r>
              <a:rPr lang="en-US" sz="31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After</a:t>
            </a:r>
          </a:p>
        </p:txBody>
      </p:sp>
      <p:sp>
        <p:nvSpPr>
          <p:cNvPr id="39" name="Text Box 6">
            <a:extLst>
              <a:ext uri="{FF2B5EF4-FFF2-40B4-BE49-F238E27FC236}">
                <a16:creationId xmlns:a16="http://schemas.microsoft.com/office/drawing/2014/main" id="{33C76E23-26F6-468B-A3C4-54E9CD245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74019" y="22618283"/>
            <a:ext cx="15517103" cy="8219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sz="3100">
                <a:solidFill>
                  <a:srgbClr val="000000"/>
                </a:solidFill>
                <a:latin typeface="+mn-lt"/>
                <a:ea typeface="Calibri"/>
              </a:rPr>
              <a:t>Project 2: Workflow of the </a:t>
            </a:r>
            <a:r>
              <a:rPr lang="en-US" sz="3100" err="1">
                <a:solidFill>
                  <a:srgbClr val="000000"/>
                </a:solidFill>
                <a:latin typeface="+mn-lt"/>
                <a:ea typeface="Calibri"/>
              </a:rPr>
              <a:t>EcoPredictML</a:t>
            </a:r>
            <a:r>
              <a:rPr lang="en-US" sz="3100">
                <a:solidFill>
                  <a:srgbClr val="000000"/>
                </a:solidFill>
                <a:latin typeface="+mn-lt"/>
                <a:ea typeface="Calibri"/>
              </a:rPr>
              <a:t> Framework. </a:t>
            </a:r>
            <a:endParaRPr lang="en-US" sz="3100" b="1">
              <a:ea typeface="Calibr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A58918-35B8-485C-9C00-E3649479E2F3}"/>
              </a:ext>
            </a:extLst>
          </p:cNvPr>
          <p:cNvCxnSpPr>
            <a:cxnSpLocks/>
          </p:cNvCxnSpPr>
          <p:nvPr/>
        </p:nvCxnSpPr>
        <p:spPr bwMode="auto">
          <a:xfrm flipV="1">
            <a:off x="37583" y="4122243"/>
            <a:ext cx="43591079" cy="2020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82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88B131B-644A-4EBA-AEA3-F072FF4579EF}"/>
              </a:ext>
            </a:extLst>
          </p:cNvPr>
          <p:cNvSpPr/>
          <p:nvPr/>
        </p:nvSpPr>
        <p:spPr>
          <a:xfrm>
            <a:off x="273573" y="13392173"/>
            <a:ext cx="13761720" cy="1026801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pPr algn="ctr"/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METHODOLOGY (</a:t>
            </a:r>
            <a:r>
              <a:rPr lang="en-US" sz="5400">
                <a:latin typeface="Arial" panose="020B0604020202020204" pitchFamily="34" charset="0"/>
                <a:cs typeface="Arial" panose="020B0604020202020204" pitchFamily="34" charset="0"/>
              </a:rPr>
              <a:t>System Model</a:t>
            </a:r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A7779C86-3348-4852-B5F5-A8C2C4EF71BC}"/>
              </a:ext>
            </a:extLst>
          </p:cNvPr>
          <p:cNvSpPr/>
          <p:nvPr/>
        </p:nvSpPr>
        <p:spPr>
          <a:xfrm>
            <a:off x="313235" y="26049161"/>
            <a:ext cx="13672518" cy="1026801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pPr algn="ctr"/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METHODOLOGY (</a:t>
            </a:r>
            <a:r>
              <a:rPr lang="en-US" sz="5400">
                <a:latin typeface="Arial" panose="020B0604020202020204" pitchFamily="34" charset="0"/>
                <a:cs typeface="Arial" panose="020B0604020202020204" pitchFamily="34" charset="0"/>
              </a:rPr>
              <a:t>System Workflow</a:t>
            </a:r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C7DF58-E664-4608-AD06-1B7736D76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0807" y="4300063"/>
            <a:ext cx="15659566" cy="10227399"/>
          </a:xfrm>
          <a:prstGeom prst="rect">
            <a:avLst/>
          </a:prstGeom>
        </p:spPr>
      </p:pic>
      <p:sp>
        <p:nvSpPr>
          <p:cNvPr id="315" name="Text Box 6">
            <a:extLst>
              <a:ext uri="{FF2B5EF4-FFF2-40B4-BE49-F238E27FC236}">
                <a16:creationId xmlns:a16="http://schemas.microsoft.com/office/drawing/2014/main" id="{B7242BAA-96F1-4069-B3B3-E24A967DF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2852" y="14738824"/>
            <a:ext cx="15659566" cy="8219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sz="3100">
                <a:solidFill>
                  <a:srgbClr val="000000"/>
                </a:solidFill>
                <a:latin typeface="+mn-lt"/>
                <a:ea typeface="Calibri"/>
              </a:rPr>
              <a:t>Project 1: Proposed System Model Architecture.</a:t>
            </a:r>
            <a:endParaRPr lang="en-US" sz="3100" b="1">
              <a:ea typeface="Calibri"/>
            </a:endParaRPr>
          </a:p>
        </p:txBody>
      </p:sp>
      <p:sp>
        <p:nvSpPr>
          <p:cNvPr id="316" name="Text Box 6">
            <a:extLst>
              <a:ext uri="{FF2B5EF4-FFF2-40B4-BE49-F238E27FC236}">
                <a16:creationId xmlns:a16="http://schemas.microsoft.com/office/drawing/2014/main" id="{11DB896E-41D1-4B02-A043-0016336FD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4088" y="10706380"/>
            <a:ext cx="13073175" cy="231978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1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The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100">
                <a:solidFill>
                  <a:srgbClr val="000000"/>
                </a:solidFill>
                <a:latin typeface="+mn-lt"/>
                <a:ea typeface="Calibri"/>
                <a:cs typeface="Times New Roman"/>
              </a:rPr>
              <a:t>Successfully illustrated the preliminary correlation analysis and feature distribution employed during the initial phase.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100">
                <a:solidFill>
                  <a:srgbClr val="000000"/>
                </a:solidFill>
                <a:latin typeface="+mn-lt"/>
                <a:ea typeface="Calibri"/>
                <a:cs typeface="Times New Roman"/>
              </a:rPr>
              <a:t>The</a:t>
            </a:r>
          </a:p>
        </p:txBody>
      </p:sp>
      <p:graphicFrame>
        <p:nvGraphicFramePr>
          <p:cNvPr id="318" name="Table 317">
            <a:extLst>
              <a:ext uri="{FF2B5EF4-FFF2-40B4-BE49-F238E27FC236}">
                <a16:creationId xmlns:a16="http://schemas.microsoft.com/office/drawing/2014/main" id="{9981A98B-1D65-47E0-A8F5-7683E460A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33427"/>
              </p:ext>
            </p:extLst>
          </p:nvPr>
        </p:nvGraphicFramePr>
        <p:xfrm>
          <a:off x="30508006" y="5521738"/>
          <a:ext cx="13078394" cy="427488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092057">
                  <a:extLst>
                    <a:ext uri="{9D8B030D-6E8A-4147-A177-3AD203B41FA5}">
                      <a16:colId xmlns:a16="http://schemas.microsoft.com/office/drawing/2014/main" val="2280881533"/>
                    </a:ext>
                  </a:extLst>
                </a:gridCol>
                <a:gridCol w="6986337">
                  <a:extLst>
                    <a:ext uri="{9D8B030D-6E8A-4147-A177-3AD203B41FA5}">
                      <a16:colId xmlns:a16="http://schemas.microsoft.com/office/drawing/2014/main" val="2444042915"/>
                    </a:ext>
                  </a:extLst>
                </a:gridCol>
              </a:tblGrid>
              <a:tr h="744243">
                <a:tc>
                  <a:txBody>
                    <a:bodyPr/>
                    <a:lstStyle/>
                    <a:p>
                      <a:r>
                        <a:rPr lang="en-US" sz="3200" b="1">
                          <a:effectLst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b="1">
                          <a:effectLst/>
                        </a:rPr>
                        <a:t>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394982"/>
                  </a:ext>
                </a:extLst>
              </a:tr>
              <a:tr h="74424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638924"/>
                  </a:ext>
                </a:extLst>
              </a:tr>
              <a:tr h="744243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129704"/>
                  </a:ext>
                </a:extLst>
              </a:tr>
              <a:tr h="7442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</a:rPr>
                        <a:t>ENVIRONMENTAL RESEARCH &amp; AI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0" u="none" strike="noStrike" baseline="0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EcoPredictML</a:t>
                      </a:r>
                      <a:r>
                        <a:rPr lang="en-US" sz="3200" b="0" i="0" u="none" strike="noStrike" baseline="0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: Understanding and Predicting Ecosystem Disruption Impacting Mammals through Machine Learning Models</a:t>
                      </a:r>
                      <a:endParaRPr 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94213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0964" y="15674983"/>
            <a:ext cx="10806650" cy="661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993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287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287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38A527C667FC42B875C35EFF5DBCCA" ma:contentTypeVersion="10" ma:contentTypeDescription="Create a new document." ma:contentTypeScope="" ma:versionID="a4db92ec4769b2dc704b1a0b6ad407f6">
  <xsd:schema xmlns:xsd="http://www.w3.org/2001/XMLSchema" xmlns:xs="http://www.w3.org/2001/XMLSchema" xmlns:p="http://schemas.microsoft.com/office/2006/metadata/properties" xmlns:ns2="ef31f160-6f78-41b5-a79c-54e69d747dcc" xmlns:ns3="0ffb3011-b816-453c-9c2a-490f32c590ad" targetNamespace="http://schemas.microsoft.com/office/2006/metadata/properties" ma:root="true" ma:fieldsID="d55346c77cffa17c69ded0ee115fd0b6" ns2:_="" ns3:_="">
    <xsd:import namespace="ef31f160-6f78-41b5-a79c-54e69d747dcc"/>
    <xsd:import namespace="0ffb3011-b816-453c-9c2a-490f32c590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31f160-6f78-41b5-a79c-54e69d747d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fb3011-b816-453c-9c2a-490f32c590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AEFE85-8E3B-4626-9020-EF35760425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4D25DA-39EA-4C45-B715-FFECD72DF5D8}">
  <ds:schemaRefs>
    <ds:schemaRef ds:uri="0ffb3011-b816-453c-9c2a-490f32c590ad"/>
    <ds:schemaRef ds:uri="ef31f160-6f78-41b5-a79c-54e69d747d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F7B9CFC-C417-42AD-9799-B244E5710614}">
  <ds:schemaRefs>
    <ds:schemaRef ds:uri="0ffb3011-b816-453c-9c2a-490f32c590ad"/>
    <ds:schemaRef ds:uri="ef31f160-6f78-41b5-a79c-54e69d747d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300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Arial,Sans-Serif</vt:lpstr>
      <vt:lpstr>Calibri</vt:lpstr>
      <vt:lpstr>Times New Roman</vt:lpstr>
      <vt:lpstr>Vrinda</vt:lpstr>
      <vt:lpstr>Wingdings</vt:lpstr>
      <vt:lpstr>Blank Presentation</vt:lpstr>
      <vt:lpstr>PowerPoint Presentation</vt:lpstr>
    </vt:vector>
  </TitlesOfParts>
  <Company>UNSW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VINCI 42x72 Poster Template</dc:title>
  <dc:creator>Medical Illustration Unit</dc:creator>
  <cp:lastModifiedBy>Taylor, Loni S</cp:lastModifiedBy>
  <cp:revision>3</cp:revision>
  <cp:lastPrinted>2011-06-18T23:42:16Z</cp:lastPrinted>
  <dcterms:created xsi:type="dcterms:W3CDTF">1997-10-24T05:44:18Z</dcterms:created>
  <dcterms:modified xsi:type="dcterms:W3CDTF">2025-07-14T18:42:58Z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0x0101000438A527C667FC42B875C35EFF5DBCCA</vt:lpwstr>
  </property>
</Properties>
</file>